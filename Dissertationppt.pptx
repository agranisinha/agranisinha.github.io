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sldIdLst>
    <p:sldId id="256" r:id="rId2"/>
    <p:sldId id="266" r:id="rId3"/>
    <p:sldId id="260" r:id="rId4"/>
    <p:sldId id="257" r:id="rId5"/>
    <p:sldId id="258" r:id="rId6"/>
    <p:sldId id="265" r:id="rId7"/>
    <p:sldId id="263" r:id="rId8"/>
    <p:sldId id="276" r:id="rId9"/>
    <p:sldId id="262" r:id="rId10"/>
    <p:sldId id="267" r:id="rId11"/>
    <p:sldId id="264" r:id="rId12"/>
    <p:sldId id="268" r:id="rId13"/>
    <p:sldId id="269" r:id="rId14"/>
    <p:sldId id="270" r:id="rId15"/>
    <p:sldId id="271" r:id="rId16"/>
    <p:sldId id="273" r:id="rId17"/>
    <p:sldId id="274"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14E1AD-8BAA-486A-B9C2-E52B3B2E68C4}"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IN"/>
        </a:p>
      </dgm:t>
    </dgm:pt>
    <dgm:pt modelId="{E6A17D97-5DA9-49C3-AC30-DCC8CE40CAF1}">
      <dgm:prSet phldrT="[Text]"/>
      <dgm:spPr/>
      <dgm:t>
        <a:bodyPr/>
        <a:lstStyle/>
        <a:p>
          <a:r>
            <a:rPr lang="en-US" dirty="0"/>
            <a:t>Protein and inhibitor database</a:t>
          </a:r>
          <a:endParaRPr lang="en-IN" dirty="0"/>
        </a:p>
      </dgm:t>
    </dgm:pt>
    <dgm:pt modelId="{EBAE581F-AC36-4823-A1F9-54C1CB0E429B}" type="parTrans" cxnId="{1F37BD04-425C-4BA9-A44B-DF4E7E2B7B3B}">
      <dgm:prSet/>
      <dgm:spPr/>
      <dgm:t>
        <a:bodyPr/>
        <a:lstStyle/>
        <a:p>
          <a:endParaRPr lang="en-IN"/>
        </a:p>
      </dgm:t>
    </dgm:pt>
    <dgm:pt modelId="{9F770CF7-8B9A-481D-B4D7-48D1CD215B61}" type="sibTrans" cxnId="{1F37BD04-425C-4BA9-A44B-DF4E7E2B7B3B}">
      <dgm:prSet/>
      <dgm:spPr/>
      <dgm:t>
        <a:bodyPr/>
        <a:lstStyle/>
        <a:p>
          <a:endParaRPr lang="en-IN"/>
        </a:p>
      </dgm:t>
    </dgm:pt>
    <dgm:pt modelId="{3B765735-DDE0-4CF9-80CD-373DD951D469}">
      <dgm:prSet phldrT="[Text]"/>
      <dgm:spPr/>
      <dgm:t>
        <a:bodyPr/>
        <a:lstStyle/>
        <a:p>
          <a:r>
            <a:rPr lang="en-US" dirty="0" err="1"/>
            <a:t>Uniprot</a:t>
          </a:r>
          <a:endParaRPr lang="en-IN" dirty="0"/>
        </a:p>
      </dgm:t>
    </dgm:pt>
    <dgm:pt modelId="{E074EA75-1F16-4679-A7FF-520B29410DD2}" type="parTrans" cxnId="{4646CA45-1365-4E07-BF20-61617F6AC7A0}">
      <dgm:prSet/>
      <dgm:spPr/>
      <dgm:t>
        <a:bodyPr/>
        <a:lstStyle/>
        <a:p>
          <a:endParaRPr lang="en-IN"/>
        </a:p>
      </dgm:t>
    </dgm:pt>
    <dgm:pt modelId="{B86B5FFD-12D8-42AB-92B5-72F261E22075}" type="sibTrans" cxnId="{4646CA45-1365-4E07-BF20-61617F6AC7A0}">
      <dgm:prSet/>
      <dgm:spPr/>
      <dgm:t>
        <a:bodyPr/>
        <a:lstStyle/>
        <a:p>
          <a:endParaRPr lang="en-IN"/>
        </a:p>
      </dgm:t>
    </dgm:pt>
    <dgm:pt modelId="{64F9A09B-7AC3-4680-99C4-547223EDB052}">
      <dgm:prSet phldrT="[Text]"/>
      <dgm:spPr/>
      <dgm:t>
        <a:bodyPr/>
        <a:lstStyle/>
        <a:p>
          <a:r>
            <a:rPr lang="en-US" dirty="0" err="1"/>
            <a:t>ChEMBL</a:t>
          </a:r>
          <a:endParaRPr lang="en-IN" dirty="0"/>
        </a:p>
      </dgm:t>
    </dgm:pt>
    <dgm:pt modelId="{F9EFF6CC-4D76-4934-95E8-2C511B0FD362}" type="parTrans" cxnId="{A245B172-8E68-4992-AD96-6A81221985C6}">
      <dgm:prSet/>
      <dgm:spPr/>
      <dgm:t>
        <a:bodyPr/>
        <a:lstStyle/>
        <a:p>
          <a:endParaRPr lang="en-IN"/>
        </a:p>
      </dgm:t>
    </dgm:pt>
    <dgm:pt modelId="{78C7A289-4631-4747-9B2D-BD8998819ADD}" type="sibTrans" cxnId="{A245B172-8E68-4992-AD96-6A81221985C6}">
      <dgm:prSet/>
      <dgm:spPr/>
      <dgm:t>
        <a:bodyPr/>
        <a:lstStyle/>
        <a:p>
          <a:endParaRPr lang="en-IN"/>
        </a:p>
      </dgm:t>
    </dgm:pt>
    <dgm:pt modelId="{177D2FAE-EAC2-46D0-87B4-B560F1021458}">
      <dgm:prSet phldrT="[Text]"/>
      <dgm:spPr/>
      <dgm:t>
        <a:bodyPr/>
        <a:lstStyle/>
        <a:p>
          <a:r>
            <a:rPr lang="en-US" dirty="0"/>
            <a:t>Data Preprocessing </a:t>
          </a:r>
          <a:endParaRPr lang="en-IN" dirty="0"/>
        </a:p>
      </dgm:t>
    </dgm:pt>
    <dgm:pt modelId="{383A6BB2-2B6A-4F10-8656-CB5693DCF11E}" type="parTrans" cxnId="{060E4B18-3884-49F0-A32D-57A601812F9E}">
      <dgm:prSet/>
      <dgm:spPr/>
      <dgm:t>
        <a:bodyPr/>
        <a:lstStyle/>
        <a:p>
          <a:endParaRPr lang="en-IN"/>
        </a:p>
      </dgm:t>
    </dgm:pt>
    <dgm:pt modelId="{307C139A-73C1-4F2D-80F0-FC482140101B}" type="sibTrans" cxnId="{060E4B18-3884-49F0-A32D-57A601812F9E}">
      <dgm:prSet/>
      <dgm:spPr/>
      <dgm:t>
        <a:bodyPr/>
        <a:lstStyle/>
        <a:p>
          <a:endParaRPr lang="en-IN"/>
        </a:p>
      </dgm:t>
    </dgm:pt>
    <dgm:pt modelId="{E1F8C9F7-1252-4510-B2F5-EF9080439D1B}">
      <dgm:prSet/>
      <dgm:spPr/>
      <dgm:t>
        <a:bodyPr/>
        <a:lstStyle/>
        <a:p>
          <a:r>
            <a:rPr lang="en-US" dirty="0"/>
            <a:t>Descriptor Calculation</a:t>
          </a:r>
          <a:endParaRPr lang="en-IN" dirty="0"/>
        </a:p>
      </dgm:t>
    </dgm:pt>
    <dgm:pt modelId="{8F03669C-EE77-4185-A5C9-31D20AB78259}" type="parTrans" cxnId="{4E95374F-ACB2-416D-B844-ACF62EAB251C}">
      <dgm:prSet/>
      <dgm:spPr/>
      <dgm:t>
        <a:bodyPr/>
        <a:lstStyle/>
        <a:p>
          <a:endParaRPr lang="en-IN"/>
        </a:p>
      </dgm:t>
    </dgm:pt>
    <dgm:pt modelId="{045EC41D-05A9-492A-89AB-297AE03CFEB3}" type="sibTrans" cxnId="{4E95374F-ACB2-416D-B844-ACF62EAB251C}">
      <dgm:prSet/>
      <dgm:spPr/>
      <dgm:t>
        <a:bodyPr/>
        <a:lstStyle/>
        <a:p>
          <a:endParaRPr lang="en-IN"/>
        </a:p>
      </dgm:t>
    </dgm:pt>
    <dgm:pt modelId="{883A8EFF-414A-4306-958A-BFE0C53D9D30}">
      <dgm:prSet/>
      <dgm:spPr/>
      <dgm:t>
        <a:bodyPr/>
        <a:lstStyle/>
        <a:p>
          <a:r>
            <a:rPr lang="en-US" dirty="0"/>
            <a:t>Model Building </a:t>
          </a:r>
          <a:endParaRPr lang="en-IN" dirty="0"/>
        </a:p>
      </dgm:t>
    </dgm:pt>
    <dgm:pt modelId="{3B73BA7B-331D-4333-8964-0677B4924423}" type="parTrans" cxnId="{F71B32C5-F436-443B-82FD-8152753315EE}">
      <dgm:prSet/>
      <dgm:spPr/>
      <dgm:t>
        <a:bodyPr/>
        <a:lstStyle/>
        <a:p>
          <a:endParaRPr lang="en-IN"/>
        </a:p>
      </dgm:t>
    </dgm:pt>
    <dgm:pt modelId="{14CC9F28-EE31-4EA8-A3C9-427F3E74E5F1}" type="sibTrans" cxnId="{F71B32C5-F436-443B-82FD-8152753315EE}">
      <dgm:prSet/>
      <dgm:spPr/>
      <dgm:t>
        <a:bodyPr/>
        <a:lstStyle/>
        <a:p>
          <a:endParaRPr lang="en-IN"/>
        </a:p>
      </dgm:t>
    </dgm:pt>
    <dgm:pt modelId="{A92C64CD-F06C-4D10-A389-036373013684}">
      <dgm:prSet/>
      <dgm:spPr/>
      <dgm:t>
        <a:bodyPr/>
        <a:lstStyle/>
        <a:p>
          <a:r>
            <a:rPr lang="en-US" dirty="0"/>
            <a:t>MATLAB</a:t>
          </a:r>
          <a:endParaRPr lang="en-IN" dirty="0"/>
        </a:p>
      </dgm:t>
    </dgm:pt>
    <dgm:pt modelId="{776CD6B6-A3BB-4449-820B-BCA31548750A}" type="parTrans" cxnId="{80E8DA02-C662-44CD-9B60-D03D80717FBF}">
      <dgm:prSet/>
      <dgm:spPr/>
      <dgm:t>
        <a:bodyPr/>
        <a:lstStyle/>
        <a:p>
          <a:endParaRPr lang="en-IN"/>
        </a:p>
      </dgm:t>
    </dgm:pt>
    <dgm:pt modelId="{2D69DC37-2A9A-4329-BE9F-1C0A8EB8A9F5}" type="sibTrans" cxnId="{80E8DA02-C662-44CD-9B60-D03D80717FBF}">
      <dgm:prSet/>
      <dgm:spPr/>
      <dgm:t>
        <a:bodyPr/>
        <a:lstStyle/>
        <a:p>
          <a:endParaRPr lang="en-IN"/>
        </a:p>
      </dgm:t>
    </dgm:pt>
    <dgm:pt modelId="{9627F497-5A46-4133-AAE7-70F16D510B29}">
      <dgm:prSet/>
      <dgm:spPr/>
      <dgm:t>
        <a:bodyPr/>
        <a:lstStyle/>
        <a:p>
          <a:r>
            <a:rPr lang="en-US" dirty="0"/>
            <a:t>Virtual Screening </a:t>
          </a:r>
          <a:endParaRPr lang="en-IN" dirty="0"/>
        </a:p>
      </dgm:t>
    </dgm:pt>
    <dgm:pt modelId="{CB29E081-8361-4488-9759-E3D3602BC598}" type="parTrans" cxnId="{9975A9F9-8FDE-464C-B352-2032400E41D7}">
      <dgm:prSet/>
      <dgm:spPr/>
      <dgm:t>
        <a:bodyPr/>
        <a:lstStyle/>
        <a:p>
          <a:endParaRPr lang="en-IN"/>
        </a:p>
      </dgm:t>
    </dgm:pt>
    <dgm:pt modelId="{298B06FA-FD97-493B-86F2-D1F4C0F27C05}" type="sibTrans" cxnId="{9975A9F9-8FDE-464C-B352-2032400E41D7}">
      <dgm:prSet/>
      <dgm:spPr/>
      <dgm:t>
        <a:bodyPr/>
        <a:lstStyle/>
        <a:p>
          <a:endParaRPr lang="en-IN"/>
        </a:p>
      </dgm:t>
    </dgm:pt>
    <dgm:pt modelId="{73A4B807-65BB-4EB9-8433-E262FEAB6362}">
      <dgm:prSet/>
      <dgm:spPr/>
      <dgm:t>
        <a:bodyPr/>
        <a:lstStyle/>
        <a:p>
          <a:r>
            <a:rPr lang="en-US" dirty="0" err="1"/>
            <a:t>Maybridge</a:t>
          </a:r>
          <a:r>
            <a:rPr lang="en-US" dirty="0"/>
            <a:t> Library</a:t>
          </a:r>
          <a:endParaRPr lang="en-IN" dirty="0"/>
        </a:p>
      </dgm:t>
    </dgm:pt>
    <dgm:pt modelId="{E5A1FE4C-8746-4064-A621-C803B9F484C7}" type="parTrans" cxnId="{900FEEEF-A288-48FA-8F65-F572F28013CF}">
      <dgm:prSet/>
      <dgm:spPr/>
      <dgm:t>
        <a:bodyPr/>
        <a:lstStyle/>
        <a:p>
          <a:endParaRPr lang="en-IN"/>
        </a:p>
      </dgm:t>
    </dgm:pt>
    <dgm:pt modelId="{AAE12629-22F9-4CE9-BC8B-879541A2C543}" type="sibTrans" cxnId="{900FEEEF-A288-48FA-8F65-F572F28013CF}">
      <dgm:prSet/>
      <dgm:spPr/>
      <dgm:t>
        <a:bodyPr/>
        <a:lstStyle/>
        <a:p>
          <a:endParaRPr lang="en-IN"/>
        </a:p>
      </dgm:t>
    </dgm:pt>
    <dgm:pt modelId="{4E922683-C3F7-4AD9-98DE-091F698DF871}">
      <dgm:prSet/>
      <dgm:spPr/>
      <dgm:t>
        <a:bodyPr/>
        <a:lstStyle/>
        <a:p>
          <a:r>
            <a:rPr lang="en-US" dirty="0"/>
            <a:t>Molecular Docking</a:t>
          </a:r>
          <a:endParaRPr lang="en-IN" dirty="0"/>
        </a:p>
      </dgm:t>
    </dgm:pt>
    <dgm:pt modelId="{C4D5F6AE-549D-41DD-A9D4-C7F991326656}" type="parTrans" cxnId="{3BDC47B3-FBEB-47AA-86CB-C38EF522DBC5}">
      <dgm:prSet/>
      <dgm:spPr/>
      <dgm:t>
        <a:bodyPr/>
        <a:lstStyle/>
        <a:p>
          <a:endParaRPr lang="en-IN"/>
        </a:p>
      </dgm:t>
    </dgm:pt>
    <dgm:pt modelId="{EA144574-D712-49C2-B465-666222D96A69}" type="sibTrans" cxnId="{3BDC47B3-FBEB-47AA-86CB-C38EF522DBC5}">
      <dgm:prSet/>
      <dgm:spPr/>
      <dgm:t>
        <a:bodyPr/>
        <a:lstStyle/>
        <a:p>
          <a:endParaRPr lang="en-IN"/>
        </a:p>
      </dgm:t>
    </dgm:pt>
    <dgm:pt modelId="{A786C4C9-CBB0-4AB5-919B-32BC721BD019}">
      <dgm:prSet/>
      <dgm:spPr/>
      <dgm:t>
        <a:bodyPr/>
        <a:lstStyle/>
        <a:p>
          <a:r>
            <a:rPr lang="en-US" dirty="0"/>
            <a:t>Schrodinger Maestro </a:t>
          </a:r>
          <a:endParaRPr lang="en-IN" dirty="0"/>
        </a:p>
      </dgm:t>
    </dgm:pt>
    <dgm:pt modelId="{8CED90E5-8774-4347-9843-7DA39320A652}" type="parTrans" cxnId="{72CB0D57-0871-4E68-82C0-0600765312FC}">
      <dgm:prSet/>
      <dgm:spPr/>
      <dgm:t>
        <a:bodyPr/>
        <a:lstStyle/>
        <a:p>
          <a:endParaRPr lang="en-IN"/>
        </a:p>
      </dgm:t>
    </dgm:pt>
    <dgm:pt modelId="{B76DD492-67D9-4F65-82E3-765DED9555EC}" type="sibTrans" cxnId="{72CB0D57-0871-4E68-82C0-0600765312FC}">
      <dgm:prSet/>
      <dgm:spPr/>
      <dgm:t>
        <a:bodyPr/>
        <a:lstStyle/>
        <a:p>
          <a:endParaRPr lang="en-IN"/>
        </a:p>
      </dgm:t>
    </dgm:pt>
    <dgm:pt modelId="{A3BA1894-D95D-47A5-8B54-5AD35F8C4FCD}">
      <dgm:prSet phldrT="[Text]"/>
      <dgm:spPr/>
      <dgm:t>
        <a:bodyPr/>
        <a:lstStyle/>
        <a:p>
          <a:r>
            <a:rPr lang="en-US" dirty="0"/>
            <a:t>DUD.E database</a:t>
          </a:r>
          <a:endParaRPr lang="en-IN" dirty="0"/>
        </a:p>
      </dgm:t>
    </dgm:pt>
    <dgm:pt modelId="{1C4A53E4-73C9-4622-8B53-EE22CFDAD194}" type="parTrans" cxnId="{5F0DD63B-5EE6-4A89-BAB7-709CC2499FD7}">
      <dgm:prSet/>
      <dgm:spPr/>
      <dgm:t>
        <a:bodyPr/>
        <a:lstStyle/>
        <a:p>
          <a:endParaRPr lang="en-IN"/>
        </a:p>
      </dgm:t>
    </dgm:pt>
    <dgm:pt modelId="{846C6E9E-FA94-40ED-B178-03230C249828}" type="sibTrans" cxnId="{5F0DD63B-5EE6-4A89-BAB7-709CC2499FD7}">
      <dgm:prSet/>
      <dgm:spPr/>
      <dgm:t>
        <a:bodyPr/>
        <a:lstStyle/>
        <a:p>
          <a:endParaRPr lang="en-IN"/>
        </a:p>
      </dgm:t>
    </dgm:pt>
    <dgm:pt modelId="{06FCB43B-C286-4A2D-8FC2-5FD6FFD828E1}">
      <dgm:prSet phldrT="[Text]"/>
      <dgm:spPr/>
      <dgm:t>
        <a:bodyPr/>
        <a:lstStyle/>
        <a:p>
          <a:r>
            <a:rPr lang="en-US" dirty="0"/>
            <a:t>MS-Excel</a:t>
          </a:r>
          <a:endParaRPr lang="en-IN" dirty="0"/>
        </a:p>
      </dgm:t>
    </dgm:pt>
    <dgm:pt modelId="{D2E4F74C-BF8F-4801-8D92-19A1E62CABA7}" type="parTrans" cxnId="{E80E5E36-A7AB-48F2-9C18-C6D31362A063}">
      <dgm:prSet/>
      <dgm:spPr/>
      <dgm:t>
        <a:bodyPr/>
        <a:lstStyle/>
        <a:p>
          <a:endParaRPr lang="en-IN"/>
        </a:p>
      </dgm:t>
    </dgm:pt>
    <dgm:pt modelId="{45E79BCC-3741-494E-816E-2B161154C312}" type="sibTrans" cxnId="{E80E5E36-A7AB-48F2-9C18-C6D31362A063}">
      <dgm:prSet/>
      <dgm:spPr/>
      <dgm:t>
        <a:bodyPr/>
        <a:lstStyle/>
        <a:p>
          <a:endParaRPr lang="en-IN"/>
        </a:p>
      </dgm:t>
    </dgm:pt>
    <dgm:pt modelId="{0F316536-36B2-42F7-A472-0A092416C6FB}">
      <dgm:prSet/>
      <dgm:spPr/>
      <dgm:t>
        <a:bodyPr/>
        <a:lstStyle/>
        <a:p>
          <a:r>
            <a:rPr lang="en-US" dirty="0" err="1"/>
            <a:t>PaDEL</a:t>
          </a:r>
          <a:r>
            <a:rPr lang="en-US" dirty="0"/>
            <a:t> Descriptor</a:t>
          </a:r>
          <a:endParaRPr lang="en-IN" dirty="0"/>
        </a:p>
      </dgm:t>
    </dgm:pt>
    <dgm:pt modelId="{7CD2D0FD-0A18-40B1-8FFE-6A74CD3395A3}" type="parTrans" cxnId="{3033C0B2-E02B-4BAA-8F46-84C8E0A28AA4}">
      <dgm:prSet/>
      <dgm:spPr/>
      <dgm:t>
        <a:bodyPr/>
        <a:lstStyle/>
        <a:p>
          <a:endParaRPr lang="en-IN"/>
        </a:p>
      </dgm:t>
    </dgm:pt>
    <dgm:pt modelId="{D115FF61-8FB0-463C-9A8D-D4873ACD170C}" type="sibTrans" cxnId="{3033C0B2-E02B-4BAA-8F46-84C8E0A28AA4}">
      <dgm:prSet/>
      <dgm:spPr/>
      <dgm:t>
        <a:bodyPr/>
        <a:lstStyle/>
        <a:p>
          <a:endParaRPr lang="en-IN"/>
        </a:p>
      </dgm:t>
    </dgm:pt>
    <dgm:pt modelId="{B505C880-3AFC-4307-96F4-C6DB8F1E358F}" type="pres">
      <dgm:prSet presAssocID="{4314E1AD-8BAA-486A-B9C2-E52B3B2E68C4}" presName="Name0" presStyleCnt="0">
        <dgm:presLayoutVars>
          <dgm:dir/>
          <dgm:animLvl val="lvl"/>
          <dgm:resizeHandles/>
        </dgm:presLayoutVars>
      </dgm:prSet>
      <dgm:spPr/>
    </dgm:pt>
    <dgm:pt modelId="{5672B9B3-3066-4CFF-AFA0-66D2D31C29C1}" type="pres">
      <dgm:prSet presAssocID="{E6A17D97-5DA9-49C3-AC30-DCC8CE40CAF1}" presName="linNode" presStyleCnt="0"/>
      <dgm:spPr/>
    </dgm:pt>
    <dgm:pt modelId="{53FFE8DA-9133-4192-B56F-600BDC7896D7}" type="pres">
      <dgm:prSet presAssocID="{E6A17D97-5DA9-49C3-AC30-DCC8CE40CAF1}" presName="parentShp" presStyleLbl="node1" presStyleIdx="0" presStyleCnt="6" custLinFactNeighborY="2130">
        <dgm:presLayoutVars>
          <dgm:bulletEnabled val="1"/>
        </dgm:presLayoutVars>
      </dgm:prSet>
      <dgm:spPr/>
    </dgm:pt>
    <dgm:pt modelId="{CF05C4B1-2A4D-4444-8FBE-D116AD3C0176}" type="pres">
      <dgm:prSet presAssocID="{E6A17D97-5DA9-49C3-AC30-DCC8CE40CAF1}" presName="childShp" presStyleLbl="bgAccFollowNode1" presStyleIdx="0" presStyleCnt="6">
        <dgm:presLayoutVars>
          <dgm:bulletEnabled val="1"/>
        </dgm:presLayoutVars>
      </dgm:prSet>
      <dgm:spPr/>
    </dgm:pt>
    <dgm:pt modelId="{5D3E0F8A-38CC-410D-8E4D-12A20A9FB874}" type="pres">
      <dgm:prSet presAssocID="{9F770CF7-8B9A-481D-B4D7-48D1CD215B61}" presName="spacing" presStyleCnt="0"/>
      <dgm:spPr/>
    </dgm:pt>
    <dgm:pt modelId="{9663C185-1DBB-49EA-BEA9-5CE8412A52E0}" type="pres">
      <dgm:prSet presAssocID="{177D2FAE-EAC2-46D0-87B4-B560F1021458}" presName="linNode" presStyleCnt="0"/>
      <dgm:spPr/>
    </dgm:pt>
    <dgm:pt modelId="{CC1F87AC-7F7C-4709-8FAC-D1AD376178F6}" type="pres">
      <dgm:prSet presAssocID="{177D2FAE-EAC2-46D0-87B4-B560F1021458}" presName="parentShp" presStyleLbl="node1" presStyleIdx="1" presStyleCnt="6">
        <dgm:presLayoutVars>
          <dgm:bulletEnabled val="1"/>
        </dgm:presLayoutVars>
      </dgm:prSet>
      <dgm:spPr/>
    </dgm:pt>
    <dgm:pt modelId="{85FBDA5D-5F80-463A-AF30-724AFAD6FAED}" type="pres">
      <dgm:prSet presAssocID="{177D2FAE-EAC2-46D0-87B4-B560F1021458}" presName="childShp" presStyleLbl="bgAccFollowNode1" presStyleIdx="1" presStyleCnt="6">
        <dgm:presLayoutVars>
          <dgm:bulletEnabled val="1"/>
        </dgm:presLayoutVars>
      </dgm:prSet>
      <dgm:spPr/>
    </dgm:pt>
    <dgm:pt modelId="{3B1BAB47-201F-4A1C-897F-1A5B069A514A}" type="pres">
      <dgm:prSet presAssocID="{307C139A-73C1-4F2D-80F0-FC482140101B}" presName="spacing" presStyleCnt="0"/>
      <dgm:spPr/>
    </dgm:pt>
    <dgm:pt modelId="{7B2A11AD-7BBF-40D3-B22B-030951088AEC}" type="pres">
      <dgm:prSet presAssocID="{E1F8C9F7-1252-4510-B2F5-EF9080439D1B}" presName="linNode" presStyleCnt="0"/>
      <dgm:spPr/>
    </dgm:pt>
    <dgm:pt modelId="{0BC8E2DD-00C7-45DA-AFB0-279FB5C070A1}" type="pres">
      <dgm:prSet presAssocID="{E1F8C9F7-1252-4510-B2F5-EF9080439D1B}" presName="parentShp" presStyleLbl="node1" presStyleIdx="2" presStyleCnt="6">
        <dgm:presLayoutVars>
          <dgm:bulletEnabled val="1"/>
        </dgm:presLayoutVars>
      </dgm:prSet>
      <dgm:spPr/>
    </dgm:pt>
    <dgm:pt modelId="{B7EBC15A-20BA-4649-877C-6EB948681B19}" type="pres">
      <dgm:prSet presAssocID="{E1F8C9F7-1252-4510-B2F5-EF9080439D1B}" presName="childShp" presStyleLbl="bgAccFollowNode1" presStyleIdx="2" presStyleCnt="6">
        <dgm:presLayoutVars>
          <dgm:bulletEnabled val="1"/>
        </dgm:presLayoutVars>
      </dgm:prSet>
      <dgm:spPr/>
    </dgm:pt>
    <dgm:pt modelId="{1C50DD36-8F69-4702-A7D7-471C10623197}" type="pres">
      <dgm:prSet presAssocID="{045EC41D-05A9-492A-89AB-297AE03CFEB3}" presName="spacing" presStyleCnt="0"/>
      <dgm:spPr/>
    </dgm:pt>
    <dgm:pt modelId="{46EC8847-80E1-48DB-BF8F-9F4FDE333802}" type="pres">
      <dgm:prSet presAssocID="{883A8EFF-414A-4306-958A-BFE0C53D9D30}" presName="linNode" presStyleCnt="0"/>
      <dgm:spPr/>
    </dgm:pt>
    <dgm:pt modelId="{B597BF51-4D96-42D1-91DF-D21EC3AF485F}" type="pres">
      <dgm:prSet presAssocID="{883A8EFF-414A-4306-958A-BFE0C53D9D30}" presName="parentShp" presStyleLbl="node1" presStyleIdx="3" presStyleCnt="6">
        <dgm:presLayoutVars>
          <dgm:bulletEnabled val="1"/>
        </dgm:presLayoutVars>
      </dgm:prSet>
      <dgm:spPr/>
    </dgm:pt>
    <dgm:pt modelId="{602415A4-133A-4C5B-86BD-28945D167DFD}" type="pres">
      <dgm:prSet presAssocID="{883A8EFF-414A-4306-958A-BFE0C53D9D30}" presName="childShp" presStyleLbl="bgAccFollowNode1" presStyleIdx="3" presStyleCnt="6">
        <dgm:presLayoutVars>
          <dgm:bulletEnabled val="1"/>
        </dgm:presLayoutVars>
      </dgm:prSet>
      <dgm:spPr/>
    </dgm:pt>
    <dgm:pt modelId="{3E754C77-DDA0-4323-B709-9971CE0B00F5}" type="pres">
      <dgm:prSet presAssocID="{14CC9F28-EE31-4EA8-A3C9-427F3E74E5F1}" presName="spacing" presStyleCnt="0"/>
      <dgm:spPr/>
    </dgm:pt>
    <dgm:pt modelId="{A57F1B96-6A61-4E28-AC95-270224D20D56}" type="pres">
      <dgm:prSet presAssocID="{9627F497-5A46-4133-AAE7-70F16D510B29}" presName="linNode" presStyleCnt="0"/>
      <dgm:spPr/>
    </dgm:pt>
    <dgm:pt modelId="{770C72E4-DDCB-4AD2-9494-5537742148A7}" type="pres">
      <dgm:prSet presAssocID="{9627F497-5A46-4133-AAE7-70F16D510B29}" presName="parentShp" presStyleLbl="node1" presStyleIdx="4" presStyleCnt="6">
        <dgm:presLayoutVars>
          <dgm:bulletEnabled val="1"/>
        </dgm:presLayoutVars>
      </dgm:prSet>
      <dgm:spPr/>
    </dgm:pt>
    <dgm:pt modelId="{2E33E3DD-FFC4-4B60-97AD-FE36278FD48D}" type="pres">
      <dgm:prSet presAssocID="{9627F497-5A46-4133-AAE7-70F16D510B29}" presName="childShp" presStyleLbl="bgAccFollowNode1" presStyleIdx="4" presStyleCnt="6">
        <dgm:presLayoutVars>
          <dgm:bulletEnabled val="1"/>
        </dgm:presLayoutVars>
      </dgm:prSet>
      <dgm:spPr/>
    </dgm:pt>
    <dgm:pt modelId="{E4ED5DAE-EE29-48C8-83AE-8A9446322EC8}" type="pres">
      <dgm:prSet presAssocID="{298B06FA-FD97-493B-86F2-D1F4C0F27C05}" presName="spacing" presStyleCnt="0"/>
      <dgm:spPr/>
    </dgm:pt>
    <dgm:pt modelId="{5296630E-28F9-4FF8-844D-7586B00DD61C}" type="pres">
      <dgm:prSet presAssocID="{4E922683-C3F7-4AD9-98DE-091F698DF871}" presName="linNode" presStyleCnt="0"/>
      <dgm:spPr/>
    </dgm:pt>
    <dgm:pt modelId="{39C3748E-A080-41E5-BCB6-A0996C06E4F0}" type="pres">
      <dgm:prSet presAssocID="{4E922683-C3F7-4AD9-98DE-091F698DF871}" presName="parentShp" presStyleLbl="node1" presStyleIdx="5" presStyleCnt="6">
        <dgm:presLayoutVars>
          <dgm:bulletEnabled val="1"/>
        </dgm:presLayoutVars>
      </dgm:prSet>
      <dgm:spPr/>
    </dgm:pt>
    <dgm:pt modelId="{ADCD1866-0327-436F-A4AF-52955D21711D}" type="pres">
      <dgm:prSet presAssocID="{4E922683-C3F7-4AD9-98DE-091F698DF871}" presName="childShp" presStyleLbl="bgAccFollowNode1" presStyleIdx="5" presStyleCnt="6">
        <dgm:presLayoutVars>
          <dgm:bulletEnabled val="1"/>
        </dgm:presLayoutVars>
      </dgm:prSet>
      <dgm:spPr/>
    </dgm:pt>
  </dgm:ptLst>
  <dgm:cxnLst>
    <dgm:cxn modelId="{80E8DA02-C662-44CD-9B60-D03D80717FBF}" srcId="{883A8EFF-414A-4306-958A-BFE0C53D9D30}" destId="{A92C64CD-F06C-4D10-A389-036373013684}" srcOrd="0" destOrd="0" parTransId="{776CD6B6-A3BB-4449-820B-BCA31548750A}" sibTransId="{2D69DC37-2A9A-4329-BE9F-1C0A8EB8A9F5}"/>
    <dgm:cxn modelId="{1F37BD04-425C-4BA9-A44B-DF4E7E2B7B3B}" srcId="{4314E1AD-8BAA-486A-B9C2-E52B3B2E68C4}" destId="{E6A17D97-5DA9-49C3-AC30-DCC8CE40CAF1}" srcOrd="0" destOrd="0" parTransId="{EBAE581F-AC36-4823-A1F9-54C1CB0E429B}" sibTransId="{9F770CF7-8B9A-481D-B4D7-48D1CD215B61}"/>
    <dgm:cxn modelId="{8A35EB06-1E5B-4747-B9B4-34B279BF58BC}" type="presOf" srcId="{3B765735-DDE0-4CF9-80CD-373DD951D469}" destId="{CF05C4B1-2A4D-4444-8FBE-D116AD3C0176}" srcOrd="0" destOrd="0" presId="urn:microsoft.com/office/officeart/2005/8/layout/vList6"/>
    <dgm:cxn modelId="{060E4B18-3884-49F0-A32D-57A601812F9E}" srcId="{4314E1AD-8BAA-486A-B9C2-E52B3B2E68C4}" destId="{177D2FAE-EAC2-46D0-87B4-B560F1021458}" srcOrd="1" destOrd="0" parTransId="{383A6BB2-2B6A-4F10-8656-CB5693DCF11E}" sibTransId="{307C139A-73C1-4F2D-80F0-FC482140101B}"/>
    <dgm:cxn modelId="{C72DC622-5414-420E-98F3-C22AD9FC67D6}" type="presOf" srcId="{06FCB43B-C286-4A2D-8FC2-5FD6FFD828E1}" destId="{85FBDA5D-5F80-463A-AF30-724AFAD6FAED}" srcOrd="0" destOrd="0" presId="urn:microsoft.com/office/officeart/2005/8/layout/vList6"/>
    <dgm:cxn modelId="{79A75A25-5999-4B3E-AFD8-1CCBC5ADE931}" type="presOf" srcId="{E6A17D97-5DA9-49C3-AC30-DCC8CE40CAF1}" destId="{53FFE8DA-9133-4192-B56F-600BDC7896D7}" srcOrd="0" destOrd="0" presId="urn:microsoft.com/office/officeart/2005/8/layout/vList6"/>
    <dgm:cxn modelId="{3207FF2B-7856-48D3-9670-795F04BF8D66}" type="presOf" srcId="{64F9A09B-7AC3-4680-99C4-547223EDB052}" destId="{CF05C4B1-2A4D-4444-8FBE-D116AD3C0176}" srcOrd="0" destOrd="1" presId="urn:microsoft.com/office/officeart/2005/8/layout/vList6"/>
    <dgm:cxn modelId="{E80E5E36-A7AB-48F2-9C18-C6D31362A063}" srcId="{177D2FAE-EAC2-46D0-87B4-B560F1021458}" destId="{06FCB43B-C286-4A2D-8FC2-5FD6FFD828E1}" srcOrd="0" destOrd="0" parTransId="{D2E4F74C-BF8F-4801-8D92-19A1E62CABA7}" sibTransId="{45E79BCC-3741-494E-816E-2B161154C312}"/>
    <dgm:cxn modelId="{77A3C838-21B2-4002-B3F3-D536236E9025}" type="presOf" srcId="{883A8EFF-414A-4306-958A-BFE0C53D9D30}" destId="{B597BF51-4D96-42D1-91DF-D21EC3AF485F}" srcOrd="0" destOrd="0" presId="urn:microsoft.com/office/officeart/2005/8/layout/vList6"/>
    <dgm:cxn modelId="{5F0DD63B-5EE6-4A89-BAB7-709CC2499FD7}" srcId="{177D2FAE-EAC2-46D0-87B4-B560F1021458}" destId="{A3BA1894-D95D-47A5-8B54-5AD35F8C4FCD}" srcOrd="1" destOrd="0" parTransId="{1C4A53E4-73C9-4622-8B53-EE22CFDAD194}" sibTransId="{846C6E9E-FA94-40ED-B178-03230C249828}"/>
    <dgm:cxn modelId="{F1320345-F577-4B23-9202-14460931D90A}" type="presOf" srcId="{A3BA1894-D95D-47A5-8B54-5AD35F8C4FCD}" destId="{85FBDA5D-5F80-463A-AF30-724AFAD6FAED}" srcOrd="0" destOrd="1" presId="urn:microsoft.com/office/officeart/2005/8/layout/vList6"/>
    <dgm:cxn modelId="{4646CA45-1365-4E07-BF20-61617F6AC7A0}" srcId="{E6A17D97-5DA9-49C3-AC30-DCC8CE40CAF1}" destId="{3B765735-DDE0-4CF9-80CD-373DD951D469}" srcOrd="0" destOrd="0" parTransId="{E074EA75-1F16-4679-A7FF-520B29410DD2}" sibTransId="{B86B5FFD-12D8-42AB-92B5-72F261E22075}"/>
    <dgm:cxn modelId="{1536CD4B-E491-48CE-82AD-84C70D38E086}" type="presOf" srcId="{4314E1AD-8BAA-486A-B9C2-E52B3B2E68C4}" destId="{B505C880-3AFC-4307-96F4-C6DB8F1E358F}" srcOrd="0" destOrd="0" presId="urn:microsoft.com/office/officeart/2005/8/layout/vList6"/>
    <dgm:cxn modelId="{4E95374F-ACB2-416D-B844-ACF62EAB251C}" srcId="{4314E1AD-8BAA-486A-B9C2-E52B3B2E68C4}" destId="{E1F8C9F7-1252-4510-B2F5-EF9080439D1B}" srcOrd="2" destOrd="0" parTransId="{8F03669C-EE77-4185-A5C9-31D20AB78259}" sibTransId="{045EC41D-05A9-492A-89AB-297AE03CFEB3}"/>
    <dgm:cxn modelId="{CB4C2471-955B-4440-890D-E43CF6AEF01E}" type="presOf" srcId="{177D2FAE-EAC2-46D0-87B4-B560F1021458}" destId="{CC1F87AC-7F7C-4709-8FAC-D1AD376178F6}" srcOrd="0" destOrd="0" presId="urn:microsoft.com/office/officeart/2005/8/layout/vList6"/>
    <dgm:cxn modelId="{A245B172-8E68-4992-AD96-6A81221985C6}" srcId="{E6A17D97-5DA9-49C3-AC30-DCC8CE40CAF1}" destId="{64F9A09B-7AC3-4680-99C4-547223EDB052}" srcOrd="1" destOrd="0" parTransId="{F9EFF6CC-4D76-4934-95E8-2C511B0FD362}" sibTransId="{78C7A289-4631-4747-9B2D-BD8998819ADD}"/>
    <dgm:cxn modelId="{6B1A7655-55CA-42EB-A47E-B37DCBD605C1}" type="presOf" srcId="{E1F8C9F7-1252-4510-B2F5-EF9080439D1B}" destId="{0BC8E2DD-00C7-45DA-AFB0-279FB5C070A1}" srcOrd="0" destOrd="0" presId="urn:microsoft.com/office/officeart/2005/8/layout/vList6"/>
    <dgm:cxn modelId="{72CB0D57-0871-4E68-82C0-0600765312FC}" srcId="{4E922683-C3F7-4AD9-98DE-091F698DF871}" destId="{A786C4C9-CBB0-4AB5-919B-32BC721BD019}" srcOrd="0" destOrd="0" parTransId="{8CED90E5-8774-4347-9843-7DA39320A652}" sibTransId="{B76DD492-67D9-4F65-82E3-765DED9555EC}"/>
    <dgm:cxn modelId="{C7F34F99-F53B-42F7-B2AF-A3EA5E17E5BE}" type="presOf" srcId="{73A4B807-65BB-4EB9-8433-E262FEAB6362}" destId="{2E33E3DD-FFC4-4B60-97AD-FE36278FD48D}" srcOrd="0" destOrd="0" presId="urn:microsoft.com/office/officeart/2005/8/layout/vList6"/>
    <dgm:cxn modelId="{F75FE1AE-4969-42BA-B981-4BA07D77917B}" type="presOf" srcId="{A786C4C9-CBB0-4AB5-919B-32BC721BD019}" destId="{ADCD1866-0327-436F-A4AF-52955D21711D}" srcOrd="0" destOrd="0" presId="urn:microsoft.com/office/officeart/2005/8/layout/vList6"/>
    <dgm:cxn modelId="{8F2BB9B0-1ABA-4DFB-86BB-02B1B44D9FA0}" type="presOf" srcId="{A92C64CD-F06C-4D10-A389-036373013684}" destId="{602415A4-133A-4C5B-86BD-28945D167DFD}" srcOrd="0" destOrd="0" presId="urn:microsoft.com/office/officeart/2005/8/layout/vList6"/>
    <dgm:cxn modelId="{3033C0B2-E02B-4BAA-8F46-84C8E0A28AA4}" srcId="{E1F8C9F7-1252-4510-B2F5-EF9080439D1B}" destId="{0F316536-36B2-42F7-A472-0A092416C6FB}" srcOrd="0" destOrd="0" parTransId="{7CD2D0FD-0A18-40B1-8FFE-6A74CD3395A3}" sibTransId="{D115FF61-8FB0-463C-9A8D-D4873ACD170C}"/>
    <dgm:cxn modelId="{3BDC47B3-FBEB-47AA-86CB-C38EF522DBC5}" srcId="{4314E1AD-8BAA-486A-B9C2-E52B3B2E68C4}" destId="{4E922683-C3F7-4AD9-98DE-091F698DF871}" srcOrd="5" destOrd="0" parTransId="{C4D5F6AE-549D-41DD-A9D4-C7F991326656}" sibTransId="{EA144574-D712-49C2-B465-666222D96A69}"/>
    <dgm:cxn modelId="{EAEDADB8-126F-403B-9381-3D087C1AADB6}" type="presOf" srcId="{9627F497-5A46-4133-AAE7-70F16D510B29}" destId="{770C72E4-DDCB-4AD2-9494-5537742148A7}" srcOrd="0" destOrd="0" presId="urn:microsoft.com/office/officeart/2005/8/layout/vList6"/>
    <dgm:cxn modelId="{706860BE-6C9B-4748-BB22-53207E83BD6C}" type="presOf" srcId="{4E922683-C3F7-4AD9-98DE-091F698DF871}" destId="{39C3748E-A080-41E5-BCB6-A0996C06E4F0}" srcOrd="0" destOrd="0" presId="urn:microsoft.com/office/officeart/2005/8/layout/vList6"/>
    <dgm:cxn modelId="{F71B32C5-F436-443B-82FD-8152753315EE}" srcId="{4314E1AD-8BAA-486A-B9C2-E52B3B2E68C4}" destId="{883A8EFF-414A-4306-958A-BFE0C53D9D30}" srcOrd="3" destOrd="0" parTransId="{3B73BA7B-331D-4333-8964-0677B4924423}" sibTransId="{14CC9F28-EE31-4EA8-A3C9-427F3E74E5F1}"/>
    <dgm:cxn modelId="{D325EBC8-4F1A-4BD6-9350-F00669BD6A34}" type="presOf" srcId="{0F316536-36B2-42F7-A472-0A092416C6FB}" destId="{B7EBC15A-20BA-4649-877C-6EB948681B19}" srcOrd="0" destOrd="0" presId="urn:microsoft.com/office/officeart/2005/8/layout/vList6"/>
    <dgm:cxn modelId="{900FEEEF-A288-48FA-8F65-F572F28013CF}" srcId="{9627F497-5A46-4133-AAE7-70F16D510B29}" destId="{73A4B807-65BB-4EB9-8433-E262FEAB6362}" srcOrd="0" destOrd="0" parTransId="{E5A1FE4C-8746-4064-A621-C803B9F484C7}" sibTransId="{AAE12629-22F9-4CE9-BC8B-879541A2C543}"/>
    <dgm:cxn modelId="{9975A9F9-8FDE-464C-B352-2032400E41D7}" srcId="{4314E1AD-8BAA-486A-B9C2-E52B3B2E68C4}" destId="{9627F497-5A46-4133-AAE7-70F16D510B29}" srcOrd="4" destOrd="0" parTransId="{CB29E081-8361-4488-9759-E3D3602BC598}" sibTransId="{298B06FA-FD97-493B-86F2-D1F4C0F27C05}"/>
    <dgm:cxn modelId="{BD0E776A-385A-4FA0-B578-9F7F9EE267DF}" type="presParOf" srcId="{B505C880-3AFC-4307-96F4-C6DB8F1E358F}" destId="{5672B9B3-3066-4CFF-AFA0-66D2D31C29C1}" srcOrd="0" destOrd="0" presId="urn:microsoft.com/office/officeart/2005/8/layout/vList6"/>
    <dgm:cxn modelId="{4A8F0C31-B4BB-4923-9E5A-7C9AFD5D7853}" type="presParOf" srcId="{5672B9B3-3066-4CFF-AFA0-66D2D31C29C1}" destId="{53FFE8DA-9133-4192-B56F-600BDC7896D7}" srcOrd="0" destOrd="0" presId="urn:microsoft.com/office/officeart/2005/8/layout/vList6"/>
    <dgm:cxn modelId="{8A0A03DD-1AEB-4AB9-97D4-8AF594DB16F6}" type="presParOf" srcId="{5672B9B3-3066-4CFF-AFA0-66D2D31C29C1}" destId="{CF05C4B1-2A4D-4444-8FBE-D116AD3C0176}" srcOrd="1" destOrd="0" presId="urn:microsoft.com/office/officeart/2005/8/layout/vList6"/>
    <dgm:cxn modelId="{7B9D4DD5-384F-4562-9287-CA09A434A942}" type="presParOf" srcId="{B505C880-3AFC-4307-96F4-C6DB8F1E358F}" destId="{5D3E0F8A-38CC-410D-8E4D-12A20A9FB874}" srcOrd="1" destOrd="0" presId="urn:microsoft.com/office/officeart/2005/8/layout/vList6"/>
    <dgm:cxn modelId="{84663E3B-4250-46D4-BAFE-95E68C2DF43A}" type="presParOf" srcId="{B505C880-3AFC-4307-96F4-C6DB8F1E358F}" destId="{9663C185-1DBB-49EA-BEA9-5CE8412A52E0}" srcOrd="2" destOrd="0" presId="urn:microsoft.com/office/officeart/2005/8/layout/vList6"/>
    <dgm:cxn modelId="{341B6D77-7833-4C3B-B0D6-CE6BC0F6ECF9}" type="presParOf" srcId="{9663C185-1DBB-49EA-BEA9-5CE8412A52E0}" destId="{CC1F87AC-7F7C-4709-8FAC-D1AD376178F6}" srcOrd="0" destOrd="0" presId="urn:microsoft.com/office/officeart/2005/8/layout/vList6"/>
    <dgm:cxn modelId="{9646D585-4541-4EC2-8466-75601568A261}" type="presParOf" srcId="{9663C185-1DBB-49EA-BEA9-5CE8412A52E0}" destId="{85FBDA5D-5F80-463A-AF30-724AFAD6FAED}" srcOrd="1" destOrd="0" presId="urn:microsoft.com/office/officeart/2005/8/layout/vList6"/>
    <dgm:cxn modelId="{0A8435FA-A2BA-4670-91C8-4E540CFE7EFA}" type="presParOf" srcId="{B505C880-3AFC-4307-96F4-C6DB8F1E358F}" destId="{3B1BAB47-201F-4A1C-897F-1A5B069A514A}" srcOrd="3" destOrd="0" presId="urn:microsoft.com/office/officeart/2005/8/layout/vList6"/>
    <dgm:cxn modelId="{346D0095-28AD-437C-9A96-A81EDDEFD12D}" type="presParOf" srcId="{B505C880-3AFC-4307-96F4-C6DB8F1E358F}" destId="{7B2A11AD-7BBF-40D3-B22B-030951088AEC}" srcOrd="4" destOrd="0" presId="urn:microsoft.com/office/officeart/2005/8/layout/vList6"/>
    <dgm:cxn modelId="{9730EA74-3BFB-4016-823F-14098988F78E}" type="presParOf" srcId="{7B2A11AD-7BBF-40D3-B22B-030951088AEC}" destId="{0BC8E2DD-00C7-45DA-AFB0-279FB5C070A1}" srcOrd="0" destOrd="0" presId="urn:microsoft.com/office/officeart/2005/8/layout/vList6"/>
    <dgm:cxn modelId="{F0986757-6511-47E1-A56E-53F597698A49}" type="presParOf" srcId="{7B2A11AD-7BBF-40D3-B22B-030951088AEC}" destId="{B7EBC15A-20BA-4649-877C-6EB948681B19}" srcOrd="1" destOrd="0" presId="urn:microsoft.com/office/officeart/2005/8/layout/vList6"/>
    <dgm:cxn modelId="{3EA7F0B5-B60D-4457-A74E-DB3FC9A0075D}" type="presParOf" srcId="{B505C880-3AFC-4307-96F4-C6DB8F1E358F}" destId="{1C50DD36-8F69-4702-A7D7-471C10623197}" srcOrd="5" destOrd="0" presId="urn:microsoft.com/office/officeart/2005/8/layout/vList6"/>
    <dgm:cxn modelId="{465B84EE-878E-4D56-AB2F-A3B830E175A3}" type="presParOf" srcId="{B505C880-3AFC-4307-96F4-C6DB8F1E358F}" destId="{46EC8847-80E1-48DB-BF8F-9F4FDE333802}" srcOrd="6" destOrd="0" presId="urn:microsoft.com/office/officeart/2005/8/layout/vList6"/>
    <dgm:cxn modelId="{8B130F18-291A-4E74-9C62-BEDA6BCD81CB}" type="presParOf" srcId="{46EC8847-80E1-48DB-BF8F-9F4FDE333802}" destId="{B597BF51-4D96-42D1-91DF-D21EC3AF485F}" srcOrd="0" destOrd="0" presId="urn:microsoft.com/office/officeart/2005/8/layout/vList6"/>
    <dgm:cxn modelId="{EAAE9994-40FE-4223-B0BF-9C8DA08347D3}" type="presParOf" srcId="{46EC8847-80E1-48DB-BF8F-9F4FDE333802}" destId="{602415A4-133A-4C5B-86BD-28945D167DFD}" srcOrd="1" destOrd="0" presId="urn:microsoft.com/office/officeart/2005/8/layout/vList6"/>
    <dgm:cxn modelId="{BF9D05F9-BA2E-461C-AB20-F332E5C8D273}" type="presParOf" srcId="{B505C880-3AFC-4307-96F4-C6DB8F1E358F}" destId="{3E754C77-DDA0-4323-B709-9971CE0B00F5}" srcOrd="7" destOrd="0" presId="urn:microsoft.com/office/officeart/2005/8/layout/vList6"/>
    <dgm:cxn modelId="{58915FD2-C649-4247-9311-EB9912528E81}" type="presParOf" srcId="{B505C880-3AFC-4307-96F4-C6DB8F1E358F}" destId="{A57F1B96-6A61-4E28-AC95-270224D20D56}" srcOrd="8" destOrd="0" presId="urn:microsoft.com/office/officeart/2005/8/layout/vList6"/>
    <dgm:cxn modelId="{38E2F947-E04A-416C-9481-46842728C65E}" type="presParOf" srcId="{A57F1B96-6A61-4E28-AC95-270224D20D56}" destId="{770C72E4-DDCB-4AD2-9494-5537742148A7}" srcOrd="0" destOrd="0" presId="urn:microsoft.com/office/officeart/2005/8/layout/vList6"/>
    <dgm:cxn modelId="{340CB91C-32D8-467E-ABDD-A0840E12CA8B}" type="presParOf" srcId="{A57F1B96-6A61-4E28-AC95-270224D20D56}" destId="{2E33E3DD-FFC4-4B60-97AD-FE36278FD48D}" srcOrd="1" destOrd="0" presId="urn:microsoft.com/office/officeart/2005/8/layout/vList6"/>
    <dgm:cxn modelId="{E1F8C8F8-B64C-485C-B1C8-286B614B96C7}" type="presParOf" srcId="{B505C880-3AFC-4307-96F4-C6DB8F1E358F}" destId="{E4ED5DAE-EE29-48C8-83AE-8A9446322EC8}" srcOrd="9" destOrd="0" presId="urn:microsoft.com/office/officeart/2005/8/layout/vList6"/>
    <dgm:cxn modelId="{E59EEBE2-A31F-48BA-9BA3-4B0F24A13B4A}" type="presParOf" srcId="{B505C880-3AFC-4307-96F4-C6DB8F1E358F}" destId="{5296630E-28F9-4FF8-844D-7586B00DD61C}" srcOrd="10" destOrd="0" presId="urn:microsoft.com/office/officeart/2005/8/layout/vList6"/>
    <dgm:cxn modelId="{DE0696AF-6750-4AEB-A9E3-0936D1F47F0C}" type="presParOf" srcId="{5296630E-28F9-4FF8-844D-7586B00DD61C}" destId="{39C3748E-A080-41E5-BCB6-A0996C06E4F0}" srcOrd="0" destOrd="0" presId="urn:microsoft.com/office/officeart/2005/8/layout/vList6"/>
    <dgm:cxn modelId="{1DADEC5A-51DB-455D-B614-D7677445003D}" type="presParOf" srcId="{5296630E-28F9-4FF8-844D-7586B00DD61C}" destId="{ADCD1866-0327-436F-A4AF-52955D21711D}"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0BF971-95BB-48BD-BE42-5E15037CF8F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198D5DE2-DD94-4874-BCF5-1177F37CB87F}">
      <dgm:prSet phldrT="[Text]"/>
      <dgm:spPr/>
      <dgm:t>
        <a:bodyPr/>
        <a:lstStyle/>
        <a:p>
          <a:r>
            <a:rPr lang="en-US" dirty="0"/>
            <a:t>Database Collection and Refinement </a:t>
          </a:r>
          <a:endParaRPr lang="en-IN" dirty="0"/>
        </a:p>
      </dgm:t>
    </dgm:pt>
    <dgm:pt modelId="{D922D493-C737-4DD8-A94B-E8E1FB02FF80}" type="parTrans" cxnId="{07E585AA-66D5-4E67-BFEA-E5EC2A257EA9}">
      <dgm:prSet/>
      <dgm:spPr/>
      <dgm:t>
        <a:bodyPr/>
        <a:lstStyle/>
        <a:p>
          <a:endParaRPr lang="en-IN"/>
        </a:p>
      </dgm:t>
    </dgm:pt>
    <dgm:pt modelId="{17EAD7FC-31BB-4223-A030-426243E9D569}" type="sibTrans" cxnId="{07E585AA-66D5-4E67-BFEA-E5EC2A257EA9}">
      <dgm:prSet/>
      <dgm:spPr/>
      <dgm:t>
        <a:bodyPr/>
        <a:lstStyle/>
        <a:p>
          <a:endParaRPr lang="en-IN"/>
        </a:p>
      </dgm:t>
    </dgm:pt>
    <dgm:pt modelId="{0C63A574-3856-4955-8AC0-2279448FD85A}">
      <dgm:prSet phldrT="[Text]"/>
      <dgm:spPr/>
      <dgm:t>
        <a:bodyPr/>
        <a:lstStyle/>
        <a:p>
          <a:pPr algn="just"/>
          <a:r>
            <a:rPr lang="en-US" dirty="0"/>
            <a:t>126 inhibitors were collected from the database</a:t>
          </a:r>
          <a:endParaRPr lang="en-IN" dirty="0"/>
        </a:p>
      </dgm:t>
    </dgm:pt>
    <dgm:pt modelId="{ADD72845-D04F-41AC-892B-B50F02211C1F}" type="parTrans" cxnId="{0589C596-B56E-4EF5-9CE7-55F24AF90686}">
      <dgm:prSet/>
      <dgm:spPr/>
      <dgm:t>
        <a:bodyPr/>
        <a:lstStyle/>
        <a:p>
          <a:endParaRPr lang="en-IN"/>
        </a:p>
      </dgm:t>
    </dgm:pt>
    <dgm:pt modelId="{C7468318-B2A3-4FCE-855E-7E05A00253B9}" type="sibTrans" cxnId="{0589C596-B56E-4EF5-9CE7-55F24AF90686}">
      <dgm:prSet/>
      <dgm:spPr/>
      <dgm:t>
        <a:bodyPr/>
        <a:lstStyle/>
        <a:p>
          <a:endParaRPr lang="en-IN"/>
        </a:p>
      </dgm:t>
    </dgm:pt>
    <dgm:pt modelId="{DC287B05-BDAC-49FB-B2F2-939E507A2E27}">
      <dgm:prSet phldrT="[Text]"/>
      <dgm:spPr/>
      <dgm:t>
        <a:bodyPr/>
        <a:lstStyle/>
        <a:p>
          <a:pPr algn="just"/>
          <a:r>
            <a:rPr lang="en-US" dirty="0"/>
            <a:t>Refined the data by - </a:t>
          </a:r>
          <a:endParaRPr lang="en-IN" dirty="0"/>
        </a:p>
      </dgm:t>
    </dgm:pt>
    <dgm:pt modelId="{B8291C93-F186-4F43-86F3-488D30CA213B}" type="parTrans" cxnId="{3CC731CF-76F7-4C3D-9C7D-02B5547F1A68}">
      <dgm:prSet/>
      <dgm:spPr/>
      <dgm:t>
        <a:bodyPr/>
        <a:lstStyle/>
        <a:p>
          <a:endParaRPr lang="en-IN"/>
        </a:p>
      </dgm:t>
    </dgm:pt>
    <dgm:pt modelId="{06B253DB-EE87-46EC-AF7A-1A40FBA55047}" type="sibTrans" cxnId="{3CC731CF-76F7-4C3D-9C7D-02B5547F1A68}">
      <dgm:prSet/>
      <dgm:spPr/>
      <dgm:t>
        <a:bodyPr/>
        <a:lstStyle/>
        <a:p>
          <a:endParaRPr lang="en-IN"/>
        </a:p>
      </dgm:t>
    </dgm:pt>
    <dgm:pt modelId="{E5838E43-393B-4F67-B56A-9FFCD676225B}">
      <dgm:prSet phldrT="[Text]"/>
      <dgm:spPr/>
      <dgm:t>
        <a:bodyPr/>
        <a:lstStyle/>
        <a:p>
          <a:r>
            <a:rPr lang="en-US" dirty="0"/>
            <a:t>Inactive generation</a:t>
          </a:r>
          <a:endParaRPr lang="en-IN" dirty="0"/>
        </a:p>
      </dgm:t>
    </dgm:pt>
    <dgm:pt modelId="{D7178C22-2703-4496-A465-D0D39AC9B747}" type="parTrans" cxnId="{B8BE0300-901A-4B15-917D-FD600D11D5A5}">
      <dgm:prSet/>
      <dgm:spPr/>
      <dgm:t>
        <a:bodyPr/>
        <a:lstStyle/>
        <a:p>
          <a:endParaRPr lang="en-IN"/>
        </a:p>
      </dgm:t>
    </dgm:pt>
    <dgm:pt modelId="{5A3C49B9-9967-4F26-B899-B7E35DEF77B8}" type="sibTrans" cxnId="{B8BE0300-901A-4B15-917D-FD600D11D5A5}">
      <dgm:prSet/>
      <dgm:spPr/>
      <dgm:t>
        <a:bodyPr/>
        <a:lstStyle/>
        <a:p>
          <a:endParaRPr lang="en-IN"/>
        </a:p>
      </dgm:t>
    </dgm:pt>
    <dgm:pt modelId="{4619E87F-91EE-47AD-BBCB-F0DE9E9DEC93}">
      <dgm:prSet phldrT="[Text]"/>
      <dgm:spPr/>
      <dgm:t>
        <a:bodyPr/>
        <a:lstStyle/>
        <a:p>
          <a:r>
            <a:rPr lang="en-US" dirty="0"/>
            <a:t>Explored DUD.E database</a:t>
          </a:r>
          <a:endParaRPr lang="en-IN" dirty="0"/>
        </a:p>
      </dgm:t>
    </dgm:pt>
    <dgm:pt modelId="{7EE12FE3-6D1E-4503-ABFD-663BF13E1810}" type="parTrans" cxnId="{990DA825-9641-45B8-898D-74C84BAF6859}">
      <dgm:prSet/>
      <dgm:spPr/>
      <dgm:t>
        <a:bodyPr/>
        <a:lstStyle/>
        <a:p>
          <a:endParaRPr lang="en-IN"/>
        </a:p>
      </dgm:t>
    </dgm:pt>
    <dgm:pt modelId="{D629C85E-B574-473D-9E6C-D403AACA6050}" type="sibTrans" cxnId="{990DA825-9641-45B8-898D-74C84BAF6859}">
      <dgm:prSet/>
      <dgm:spPr/>
      <dgm:t>
        <a:bodyPr/>
        <a:lstStyle/>
        <a:p>
          <a:endParaRPr lang="en-IN"/>
        </a:p>
      </dgm:t>
    </dgm:pt>
    <dgm:pt modelId="{CB38A06C-0AA2-4E68-97E7-F8D3E1856FF4}">
      <dgm:prSet phldrT="[Text]"/>
      <dgm:spPr/>
      <dgm:t>
        <a:bodyPr/>
        <a:lstStyle/>
        <a:p>
          <a:r>
            <a:rPr lang="en-US" dirty="0"/>
            <a:t>240 </a:t>
          </a:r>
          <a:r>
            <a:rPr lang="en-US" dirty="0" err="1"/>
            <a:t>inactives</a:t>
          </a:r>
          <a:r>
            <a:rPr lang="en-US" dirty="0"/>
            <a:t> generated </a:t>
          </a:r>
          <a:endParaRPr lang="en-IN" dirty="0"/>
        </a:p>
      </dgm:t>
    </dgm:pt>
    <dgm:pt modelId="{7570AC46-42D4-4EE1-9465-12A2937A5223}" type="parTrans" cxnId="{0948E7D8-E5DE-4F80-95A5-5269F366D522}">
      <dgm:prSet/>
      <dgm:spPr/>
      <dgm:t>
        <a:bodyPr/>
        <a:lstStyle/>
        <a:p>
          <a:endParaRPr lang="en-IN"/>
        </a:p>
      </dgm:t>
    </dgm:pt>
    <dgm:pt modelId="{F94B7E2B-8684-469B-A5D1-0E823BFE8882}" type="sibTrans" cxnId="{0948E7D8-E5DE-4F80-95A5-5269F366D522}">
      <dgm:prSet/>
      <dgm:spPr/>
      <dgm:t>
        <a:bodyPr/>
        <a:lstStyle/>
        <a:p>
          <a:endParaRPr lang="en-IN"/>
        </a:p>
      </dgm:t>
    </dgm:pt>
    <dgm:pt modelId="{94EF9853-A7CD-4D4D-84D4-90E01FDE7CC9}">
      <dgm:prSet phldrT="[Text]"/>
      <dgm:spPr/>
      <dgm:t>
        <a:bodyPr/>
        <a:lstStyle/>
        <a:p>
          <a:r>
            <a:rPr lang="en-US" dirty="0"/>
            <a:t>Complete dataset</a:t>
          </a:r>
          <a:endParaRPr lang="en-IN" dirty="0"/>
        </a:p>
      </dgm:t>
    </dgm:pt>
    <dgm:pt modelId="{A5F26FC0-F149-4584-A124-E994CBC54FBA}" type="parTrans" cxnId="{AF0FC550-7F6E-477F-87BC-FF6B274FDC57}">
      <dgm:prSet/>
      <dgm:spPr/>
      <dgm:t>
        <a:bodyPr/>
        <a:lstStyle/>
        <a:p>
          <a:endParaRPr lang="en-IN"/>
        </a:p>
      </dgm:t>
    </dgm:pt>
    <dgm:pt modelId="{AA426042-538A-4BF7-B8FF-34F3B59830E0}" type="sibTrans" cxnId="{AF0FC550-7F6E-477F-87BC-FF6B274FDC57}">
      <dgm:prSet/>
      <dgm:spPr/>
      <dgm:t>
        <a:bodyPr/>
        <a:lstStyle/>
        <a:p>
          <a:endParaRPr lang="en-IN"/>
        </a:p>
      </dgm:t>
    </dgm:pt>
    <dgm:pt modelId="{D70EBEFC-F0BA-4B36-915F-197D5964142B}">
      <dgm:prSet phldrT="[Text]"/>
      <dgm:spPr/>
      <dgm:t>
        <a:bodyPr/>
        <a:lstStyle/>
        <a:p>
          <a:r>
            <a:rPr lang="en-US" dirty="0"/>
            <a:t>Descriptors – MACCS fingerprint</a:t>
          </a:r>
          <a:endParaRPr lang="en-IN" dirty="0"/>
        </a:p>
      </dgm:t>
    </dgm:pt>
    <dgm:pt modelId="{5A250AFA-ED81-4C98-84AA-D59390CDDE1F}" type="parTrans" cxnId="{EEAF6BE1-0335-472D-B22C-2881D81B0C6F}">
      <dgm:prSet/>
      <dgm:spPr/>
      <dgm:t>
        <a:bodyPr/>
        <a:lstStyle/>
        <a:p>
          <a:endParaRPr lang="en-IN"/>
        </a:p>
      </dgm:t>
    </dgm:pt>
    <dgm:pt modelId="{3B8777B1-E07C-46D7-AC49-DA31306D7B58}" type="sibTrans" cxnId="{EEAF6BE1-0335-472D-B22C-2881D81B0C6F}">
      <dgm:prSet/>
      <dgm:spPr/>
      <dgm:t>
        <a:bodyPr/>
        <a:lstStyle/>
        <a:p>
          <a:endParaRPr lang="en-IN"/>
        </a:p>
      </dgm:t>
    </dgm:pt>
    <dgm:pt modelId="{B0FC3500-3008-4E91-8BB6-9E8BA658B26F}">
      <dgm:prSet phldrT="[Text]"/>
      <dgm:spPr/>
      <dgm:t>
        <a:bodyPr/>
        <a:lstStyle/>
        <a:p>
          <a:r>
            <a:rPr lang="en-US" dirty="0"/>
            <a:t>Dataset -</a:t>
          </a:r>
          <a:endParaRPr lang="en-IN" dirty="0"/>
        </a:p>
      </dgm:t>
    </dgm:pt>
    <dgm:pt modelId="{C5510951-E20D-4488-9D7C-BC1F3B1B4F8E}" type="parTrans" cxnId="{61F394DE-D08B-4D15-AAE1-A7CD975C0E03}">
      <dgm:prSet/>
      <dgm:spPr/>
      <dgm:t>
        <a:bodyPr/>
        <a:lstStyle/>
        <a:p>
          <a:endParaRPr lang="en-IN"/>
        </a:p>
      </dgm:t>
    </dgm:pt>
    <dgm:pt modelId="{A00D6063-AEB9-41F7-8085-6A4BEC1C7029}" type="sibTrans" cxnId="{61F394DE-D08B-4D15-AAE1-A7CD975C0E03}">
      <dgm:prSet/>
      <dgm:spPr/>
      <dgm:t>
        <a:bodyPr/>
        <a:lstStyle/>
        <a:p>
          <a:endParaRPr lang="en-IN"/>
        </a:p>
      </dgm:t>
    </dgm:pt>
    <dgm:pt modelId="{2AF18770-3E7D-433A-BCB1-6949CAB779D6}">
      <dgm:prSet phldrT="[Text]"/>
      <dgm:spPr/>
      <dgm:t>
        <a:bodyPr/>
        <a:lstStyle/>
        <a:p>
          <a:pPr algn="just">
            <a:buNone/>
          </a:pPr>
          <a:r>
            <a:rPr lang="en-US" dirty="0"/>
            <a:t>    </a:t>
          </a:r>
          <a:endParaRPr lang="en-IN" dirty="0"/>
        </a:p>
      </dgm:t>
    </dgm:pt>
    <dgm:pt modelId="{C40B2440-D072-4F74-ADE8-506C6CF39C44}" type="parTrans" cxnId="{4CA8F4C2-ED8D-4D00-BF1B-A3E7F2650A8B}">
      <dgm:prSet/>
      <dgm:spPr/>
      <dgm:t>
        <a:bodyPr/>
        <a:lstStyle/>
        <a:p>
          <a:endParaRPr lang="en-IN"/>
        </a:p>
      </dgm:t>
    </dgm:pt>
    <dgm:pt modelId="{7A588327-F97E-4DA6-9CBC-FC7800E3CD23}" type="sibTrans" cxnId="{4CA8F4C2-ED8D-4D00-BF1B-A3E7F2650A8B}">
      <dgm:prSet/>
      <dgm:spPr/>
      <dgm:t>
        <a:bodyPr/>
        <a:lstStyle/>
        <a:p>
          <a:endParaRPr lang="en-IN"/>
        </a:p>
      </dgm:t>
    </dgm:pt>
    <dgm:pt modelId="{1ACABD17-8558-4A5C-B090-00F40A73AE66}">
      <dgm:prSet phldrT="[Text]"/>
      <dgm:spPr/>
      <dgm:t>
        <a:bodyPr/>
        <a:lstStyle/>
        <a:p>
          <a:pPr algn="just">
            <a:buNone/>
          </a:pPr>
          <a:r>
            <a:rPr lang="en-US" dirty="0" err="1"/>
            <a:t>Inactives</a:t>
          </a:r>
          <a:r>
            <a:rPr lang="en-US" dirty="0"/>
            <a:t> &gt; 500,000 nm </a:t>
          </a:r>
          <a:endParaRPr lang="en-IN" dirty="0"/>
        </a:p>
      </dgm:t>
    </dgm:pt>
    <dgm:pt modelId="{93F8E5E5-0D25-4BCD-8C5C-E1C7210CA2C2}" type="parTrans" cxnId="{4A21BF2A-F6E6-4E3B-9463-8CBF32251C2C}">
      <dgm:prSet/>
      <dgm:spPr/>
      <dgm:t>
        <a:bodyPr/>
        <a:lstStyle/>
        <a:p>
          <a:endParaRPr lang="en-IN"/>
        </a:p>
      </dgm:t>
    </dgm:pt>
    <dgm:pt modelId="{309ABC3E-4FFC-409F-8BCC-28DAD19AEC77}" type="sibTrans" cxnId="{4A21BF2A-F6E6-4E3B-9463-8CBF32251C2C}">
      <dgm:prSet/>
      <dgm:spPr/>
      <dgm:t>
        <a:bodyPr/>
        <a:lstStyle/>
        <a:p>
          <a:endParaRPr lang="en-IN"/>
        </a:p>
      </dgm:t>
    </dgm:pt>
    <dgm:pt modelId="{EB6A7713-3075-4A92-8B0A-E7670473291C}">
      <dgm:prSet phldrT="[Text]"/>
      <dgm:spPr/>
      <dgm:t>
        <a:bodyPr/>
        <a:lstStyle/>
        <a:p>
          <a:pPr algn="just">
            <a:buNone/>
          </a:pPr>
          <a:r>
            <a:rPr lang="en-US" dirty="0"/>
            <a:t>79 actives and 3 </a:t>
          </a:r>
          <a:r>
            <a:rPr lang="en-US" dirty="0" err="1"/>
            <a:t>inactives</a:t>
          </a:r>
          <a:r>
            <a:rPr lang="en-US" dirty="0"/>
            <a:t> obtained </a:t>
          </a:r>
          <a:endParaRPr lang="en-IN" dirty="0"/>
        </a:p>
      </dgm:t>
    </dgm:pt>
    <dgm:pt modelId="{96F6E03B-FF22-453C-9684-258A9E9F32A3}" type="parTrans" cxnId="{05E292F7-C676-4E10-8C77-55B15C5ACCBC}">
      <dgm:prSet/>
      <dgm:spPr/>
      <dgm:t>
        <a:bodyPr/>
        <a:lstStyle/>
        <a:p>
          <a:endParaRPr lang="en-IN"/>
        </a:p>
      </dgm:t>
    </dgm:pt>
    <dgm:pt modelId="{9494022E-BCC0-479A-A2B8-9005542E765B}" type="sibTrans" cxnId="{05E292F7-C676-4E10-8C77-55B15C5ACCBC}">
      <dgm:prSet/>
      <dgm:spPr/>
      <dgm:t>
        <a:bodyPr/>
        <a:lstStyle/>
        <a:p>
          <a:endParaRPr lang="en-IN"/>
        </a:p>
      </dgm:t>
    </dgm:pt>
    <dgm:pt modelId="{8F23CFE1-E62B-434A-8B16-ED78E0FA63BD}">
      <dgm:prSet phldrT="[Text]"/>
      <dgm:spPr/>
      <dgm:t>
        <a:bodyPr/>
        <a:lstStyle/>
        <a:p>
          <a:pPr algn="just">
            <a:buNone/>
          </a:pPr>
          <a:endParaRPr lang="en-IN" dirty="0"/>
        </a:p>
      </dgm:t>
    </dgm:pt>
    <dgm:pt modelId="{EDD044FD-D2C2-4920-B28A-50A0AD60AF5B}" type="parTrans" cxnId="{A2099375-75F6-43C2-A2A2-903CDDE8BF0C}">
      <dgm:prSet/>
      <dgm:spPr/>
      <dgm:t>
        <a:bodyPr/>
        <a:lstStyle/>
        <a:p>
          <a:endParaRPr lang="en-IN"/>
        </a:p>
      </dgm:t>
    </dgm:pt>
    <dgm:pt modelId="{1AD56D76-D5F5-448E-8224-EC62D116756C}" type="sibTrans" cxnId="{A2099375-75F6-43C2-A2A2-903CDDE8BF0C}">
      <dgm:prSet/>
      <dgm:spPr/>
      <dgm:t>
        <a:bodyPr/>
        <a:lstStyle/>
        <a:p>
          <a:endParaRPr lang="en-IN"/>
        </a:p>
      </dgm:t>
    </dgm:pt>
    <dgm:pt modelId="{DD1BE459-BE01-4201-9B72-AAB621E89A61}">
      <dgm:prSet phldrT="[Text]"/>
      <dgm:spPr/>
      <dgm:t>
        <a:bodyPr/>
        <a:lstStyle/>
        <a:p>
          <a:endParaRPr lang="en-IN" dirty="0"/>
        </a:p>
      </dgm:t>
    </dgm:pt>
    <dgm:pt modelId="{721DFBB3-007F-4AB3-9F7D-F404A2861B55}" type="parTrans" cxnId="{843AEA64-B645-43AC-924F-C725A2A963C2}">
      <dgm:prSet/>
      <dgm:spPr/>
      <dgm:t>
        <a:bodyPr/>
        <a:lstStyle/>
        <a:p>
          <a:endParaRPr lang="en-IN"/>
        </a:p>
      </dgm:t>
    </dgm:pt>
    <dgm:pt modelId="{884FB0D8-650D-4D35-95DE-955CB8280D5F}" type="sibTrans" cxnId="{843AEA64-B645-43AC-924F-C725A2A963C2}">
      <dgm:prSet/>
      <dgm:spPr/>
      <dgm:t>
        <a:bodyPr/>
        <a:lstStyle/>
        <a:p>
          <a:endParaRPr lang="en-IN"/>
        </a:p>
      </dgm:t>
    </dgm:pt>
    <dgm:pt modelId="{0FA32A7C-FD86-43F3-90B1-D7EF49C06E14}">
      <dgm:prSet phldrT="[Text]"/>
      <dgm:spPr/>
      <dgm:t>
        <a:bodyPr/>
        <a:lstStyle/>
        <a:p>
          <a:endParaRPr lang="en-IN" dirty="0"/>
        </a:p>
      </dgm:t>
    </dgm:pt>
    <dgm:pt modelId="{BDEBE6E0-CAF6-4C3D-A8C8-337B3CF4B936}" type="parTrans" cxnId="{923645B7-360D-40AB-9303-3ECA34149FD2}">
      <dgm:prSet/>
      <dgm:spPr/>
      <dgm:t>
        <a:bodyPr/>
        <a:lstStyle/>
        <a:p>
          <a:endParaRPr lang="en-IN"/>
        </a:p>
      </dgm:t>
    </dgm:pt>
    <dgm:pt modelId="{EDAB4E25-FD2F-43E3-981A-C30F594BB4A9}" type="sibTrans" cxnId="{923645B7-360D-40AB-9303-3ECA34149FD2}">
      <dgm:prSet/>
      <dgm:spPr/>
      <dgm:t>
        <a:bodyPr/>
        <a:lstStyle/>
        <a:p>
          <a:endParaRPr lang="en-IN"/>
        </a:p>
      </dgm:t>
    </dgm:pt>
    <dgm:pt modelId="{A7F4C12E-90B9-4E8D-BCBD-FC33BF9E1E47}">
      <dgm:prSet phldrT="[Text]"/>
      <dgm:spPr/>
      <dgm:t>
        <a:bodyPr/>
        <a:lstStyle/>
        <a:p>
          <a:pPr>
            <a:buNone/>
          </a:pPr>
          <a:r>
            <a:rPr lang="en-US" dirty="0"/>
            <a:t>Actives – 64</a:t>
          </a:r>
          <a:endParaRPr lang="en-IN" dirty="0"/>
        </a:p>
      </dgm:t>
    </dgm:pt>
    <dgm:pt modelId="{A45D4D08-4B41-48C3-A9DA-F1B9D5BF6C48}" type="parTrans" cxnId="{FC497BD4-90E9-49E3-88C0-E1FDA307A0FC}">
      <dgm:prSet/>
      <dgm:spPr/>
      <dgm:t>
        <a:bodyPr/>
        <a:lstStyle/>
        <a:p>
          <a:endParaRPr lang="en-IN"/>
        </a:p>
      </dgm:t>
    </dgm:pt>
    <dgm:pt modelId="{DF06C163-4801-44B0-B233-0AA06A9499D2}" type="sibTrans" cxnId="{FC497BD4-90E9-49E3-88C0-E1FDA307A0FC}">
      <dgm:prSet/>
      <dgm:spPr/>
      <dgm:t>
        <a:bodyPr/>
        <a:lstStyle/>
        <a:p>
          <a:endParaRPr lang="en-IN"/>
        </a:p>
      </dgm:t>
    </dgm:pt>
    <dgm:pt modelId="{8078136C-EC37-4721-9DAB-0AE52A7D740E}">
      <dgm:prSet phldrT="[Text]"/>
      <dgm:spPr/>
      <dgm:t>
        <a:bodyPr/>
        <a:lstStyle/>
        <a:p>
          <a:pPr>
            <a:buNone/>
          </a:pPr>
          <a:r>
            <a:rPr lang="en-US" dirty="0" err="1"/>
            <a:t>Inactives</a:t>
          </a:r>
          <a:r>
            <a:rPr lang="en-US" dirty="0"/>
            <a:t> – 192</a:t>
          </a:r>
          <a:endParaRPr lang="en-IN" dirty="0"/>
        </a:p>
      </dgm:t>
    </dgm:pt>
    <dgm:pt modelId="{2761A630-F0EB-4677-BF9F-D8B3D5A73CAF}" type="parTrans" cxnId="{5218FEFC-B80F-4128-B258-162CBC2D936B}">
      <dgm:prSet/>
      <dgm:spPr/>
      <dgm:t>
        <a:bodyPr/>
        <a:lstStyle/>
        <a:p>
          <a:endParaRPr lang="en-IN"/>
        </a:p>
      </dgm:t>
    </dgm:pt>
    <dgm:pt modelId="{83A604B9-65F1-403F-A1B8-A79CF6BA4F2E}" type="sibTrans" cxnId="{5218FEFC-B80F-4128-B258-162CBC2D936B}">
      <dgm:prSet/>
      <dgm:spPr/>
      <dgm:t>
        <a:bodyPr/>
        <a:lstStyle/>
        <a:p>
          <a:endParaRPr lang="en-IN"/>
        </a:p>
      </dgm:t>
    </dgm:pt>
    <dgm:pt modelId="{5BEEF31F-EF48-4385-8120-A7756E41E2DF}">
      <dgm:prSet phldrT="[Text]"/>
      <dgm:spPr/>
      <dgm:t>
        <a:bodyPr/>
        <a:lstStyle/>
        <a:p>
          <a:pPr>
            <a:buNone/>
          </a:pPr>
          <a:r>
            <a:rPr lang="en-US" dirty="0"/>
            <a:t>20 % Test set - </a:t>
          </a:r>
          <a:endParaRPr lang="en-IN" dirty="0"/>
        </a:p>
      </dgm:t>
    </dgm:pt>
    <dgm:pt modelId="{07AF60F9-CD1E-4E4F-BB48-BC3A33C8E487}" type="parTrans" cxnId="{781BB97E-2DFD-4FC3-87BE-B85E244158FE}">
      <dgm:prSet/>
      <dgm:spPr/>
      <dgm:t>
        <a:bodyPr/>
        <a:lstStyle/>
        <a:p>
          <a:endParaRPr lang="en-IN"/>
        </a:p>
      </dgm:t>
    </dgm:pt>
    <dgm:pt modelId="{9A816679-B06C-4223-88F9-CDD6D8A7A10B}" type="sibTrans" cxnId="{781BB97E-2DFD-4FC3-87BE-B85E244158FE}">
      <dgm:prSet/>
      <dgm:spPr/>
      <dgm:t>
        <a:bodyPr/>
        <a:lstStyle/>
        <a:p>
          <a:endParaRPr lang="en-IN"/>
        </a:p>
      </dgm:t>
    </dgm:pt>
    <dgm:pt modelId="{91261DA2-9D69-463E-BE9D-916930CC6FC1}">
      <dgm:prSet phldrT="[Text]"/>
      <dgm:spPr/>
      <dgm:t>
        <a:bodyPr/>
        <a:lstStyle/>
        <a:p>
          <a:pPr>
            <a:buNone/>
          </a:pPr>
          <a:r>
            <a:rPr lang="en-US" dirty="0"/>
            <a:t>Actives – 15</a:t>
          </a:r>
          <a:endParaRPr lang="en-IN" dirty="0"/>
        </a:p>
      </dgm:t>
    </dgm:pt>
    <dgm:pt modelId="{8269866A-91F3-492D-B1C9-404886ED81C2}" type="parTrans" cxnId="{6BF5FEA0-0F48-47C1-8E90-8843F64C1ACD}">
      <dgm:prSet/>
      <dgm:spPr/>
      <dgm:t>
        <a:bodyPr/>
        <a:lstStyle/>
        <a:p>
          <a:endParaRPr lang="en-IN"/>
        </a:p>
      </dgm:t>
    </dgm:pt>
    <dgm:pt modelId="{09A7B305-0A6C-4D1E-8896-5F2B996A3150}" type="sibTrans" cxnId="{6BF5FEA0-0F48-47C1-8E90-8843F64C1ACD}">
      <dgm:prSet/>
      <dgm:spPr/>
      <dgm:t>
        <a:bodyPr/>
        <a:lstStyle/>
        <a:p>
          <a:endParaRPr lang="en-IN"/>
        </a:p>
      </dgm:t>
    </dgm:pt>
    <dgm:pt modelId="{B24150DD-CF69-4CEF-9A21-95CBD092E4A7}">
      <dgm:prSet phldrT="[Text]"/>
      <dgm:spPr/>
      <dgm:t>
        <a:bodyPr/>
        <a:lstStyle/>
        <a:p>
          <a:pPr>
            <a:buNone/>
          </a:pPr>
          <a:r>
            <a:rPr lang="en-US" dirty="0" err="1"/>
            <a:t>Inactives</a:t>
          </a:r>
          <a:r>
            <a:rPr lang="en-US" dirty="0"/>
            <a:t> - 47</a:t>
          </a:r>
          <a:endParaRPr lang="en-IN" dirty="0"/>
        </a:p>
      </dgm:t>
    </dgm:pt>
    <dgm:pt modelId="{53F080FF-8C3C-43CB-B8B4-8455B29A4641}" type="parTrans" cxnId="{984C892F-37A7-4E0C-9145-DD3ED205CE3A}">
      <dgm:prSet/>
      <dgm:spPr/>
      <dgm:t>
        <a:bodyPr/>
        <a:lstStyle/>
        <a:p>
          <a:endParaRPr lang="en-IN"/>
        </a:p>
      </dgm:t>
    </dgm:pt>
    <dgm:pt modelId="{77084794-0EE8-46E5-83CF-209C89F22536}" type="sibTrans" cxnId="{984C892F-37A7-4E0C-9145-DD3ED205CE3A}">
      <dgm:prSet/>
      <dgm:spPr/>
      <dgm:t>
        <a:bodyPr/>
        <a:lstStyle/>
        <a:p>
          <a:endParaRPr lang="en-IN"/>
        </a:p>
      </dgm:t>
    </dgm:pt>
    <dgm:pt modelId="{DC73EF20-DB0C-487C-AAEB-BD99D339AEF5}">
      <dgm:prSet phldrT="[Text]"/>
      <dgm:spPr/>
      <dgm:t>
        <a:bodyPr/>
        <a:lstStyle/>
        <a:p>
          <a:pPr>
            <a:buNone/>
          </a:pPr>
          <a:r>
            <a:rPr lang="en-US" dirty="0"/>
            <a:t>80% Training set - </a:t>
          </a:r>
          <a:endParaRPr lang="en-IN" dirty="0"/>
        </a:p>
      </dgm:t>
    </dgm:pt>
    <dgm:pt modelId="{A718CC55-F67F-44D6-9809-4B377D15FB61}" type="parTrans" cxnId="{36783F67-8396-45AF-830F-536CFA530D6A}">
      <dgm:prSet/>
      <dgm:spPr/>
      <dgm:t>
        <a:bodyPr/>
        <a:lstStyle/>
        <a:p>
          <a:endParaRPr lang="en-IN"/>
        </a:p>
      </dgm:t>
    </dgm:pt>
    <dgm:pt modelId="{ABB8DA95-7E24-46FE-9EE5-5BC1AEC9FDC5}" type="sibTrans" cxnId="{36783F67-8396-45AF-830F-536CFA530D6A}">
      <dgm:prSet/>
      <dgm:spPr/>
      <dgm:t>
        <a:bodyPr/>
        <a:lstStyle/>
        <a:p>
          <a:endParaRPr lang="en-IN"/>
        </a:p>
      </dgm:t>
    </dgm:pt>
    <dgm:pt modelId="{30B70C7B-C82E-4B06-9C75-6BB17B3D3C13}">
      <dgm:prSet phldrT="[Text]"/>
      <dgm:spPr/>
      <dgm:t>
        <a:bodyPr/>
        <a:lstStyle/>
        <a:p>
          <a:endParaRPr lang="en-IN" dirty="0"/>
        </a:p>
      </dgm:t>
    </dgm:pt>
    <dgm:pt modelId="{036FC3C8-F210-4104-9368-90150E95E2D1}" type="parTrans" cxnId="{9852FF12-8969-40D8-9754-C78C9EFF7400}">
      <dgm:prSet/>
      <dgm:spPr/>
      <dgm:t>
        <a:bodyPr/>
        <a:lstStyle/>
        <a:p>
          <a:endParaRPr lang="en-IN"/>
        </a:p>
      </dgm:t>
    </dgm:pt>
    <dgm:pt modelId="{F34E6E42-15EC-49D2-BD16-A3704045420E}" type="sibTrans" cxnId="{9852FF12-8969-40D8-9754-C78C9EFF7400}">
      <dgm:prSet/>
      <dgm:spPr/>
      <dgm:t>
        <a:bodyPr/>
        <a:lstStyle/>
        <a:p>
          <a:endParaRPr lang="en-IN"/>
        </a:p>
      </dgm:t>
    </dgm:pt>
    <dgm:pt modelId="{8778E9FD-870D-4A43-842D-5BA1D2CFB5C3}">
      <dgm:prSet phldrT="[Text]"/>
      <dgm:spPr/>
      <dgm:t>
        <a:bodyPr/>
        <a:lstStyle/>
        <a:p>
          <a:pPr>
            <a:buNone/>
          </a:pPr>
          <a:endParaRPr lang="en-IN" dirty="0"/>
        </a:p>
      </dgm:t>
    </dgm:pt>
    <dgm:pt modelId="{79EEA21A-DE18-4F8B-809D-ED1946B328D6}" type="parTrans" cxnId="{D82509C9-AED6-47EB-A3FF-2A4265D3A9F7}">
      <dgm:prSet/>
      <dgm:spPr/>
      <dgm:t>
        <a:bodyPr/>
        <a:lstStyle/>
        <a:p>
          <a:endParaRPr lang="en-IN"/>
        </a:p>
      </dgm:t>
    </dgm:pt>
    <dgm:pt modelId="{755B0C43-008A-4260-BE2C-B028957D2707}" type="sibTrans" cxnId="{D82509C9-AED6-47EB-A3FF-2A4265D3A9F7}">
      <dgm:prSet/>
      <dgm:spPr/>
      <dgm:t>
        <a:bodyPr/>
        <a:lstStyle/>
        <a:p>
          <a:endParaRPr lang="en-IN"/>
        </a:p>
      </dgm:t>
    </dgm:pt>
    <dgm:pt modelId="{26301541-86C5-4F12-BE07-0047E1959AE5}">
      <dgm:prSet phldrT="[Text]"/>
      <dgm:spPr/>
      <dgm:t>
        <a:bodyPr/>
        <a:lstStyle/>
        <a:p>
          <a:pPr algn="just">
            <a:buNone/>
          </a:pPr>
          <a:endParaRPr lang="en-IN" dirty="0"/>
        </a:p>
      </dgm:t>
    </dgm:pt>
    <dgm:pt modelId="{04FD0EE7-141F-442D-AA10-93AF80FE9113}" type="parTrans" cxnId="{C64F4D6A-3022-4088-943A-62EA17A1135B}">
      <dgm:prSet/>
      <dgm:spPr/>
      <dgm:t>
        <a:bodyPr/>
        <a:lstStyle/>
        <a:p>
          <a:endParaRPr lang="en-IN"/>
        </a:p>
      </dgm:t>
    </dgm:pt>
    <dgm:pt modelId="{A237027C-6FE0-44C4-BFB0-37B5EE06492F}" type="sibTrans" cxnId="{C64F4D6A-3022-4088-943A-62EA17A1135B}">
      <dgm:prSet/>
      <dgm:spPr/>
      <dgm:t>
        <a:bodyPr/>
        <a:lstStyle/>
        <a:p>
          <a:endParaRPr lang="en-IN"/>
        </a:p>
      </dgm:t>
    </dgm:pt>
    <dgm:pt modelId="{2E8DEBF4-71B4-4F5B-A6C1-639DB8967839}">
      <dgm:prSet phldrT="[Text]"/>
      <dgm:spPr/>
      <dgm:t>
        <a:bodyPr/>
        <a:lstStyle/>
        <a:p>
          <a:pPr algn="just">
            <a:buNone/>
          </a:pPr>
          <a:r>
            <a:rPr lang="en-US" dirty="0"/>
            <a:t>Actives &lt; 10,000    nm </a:t>
          </a:r>
          <a:endParaRPr lang="en-IN" dirty="0"/>
        </a:p>
      </dgm:t>
    </dgm:pt>
    <dgm:pt modelId="{213EF9D1-2A6B-4561-A072-E971053A6CDC}" type="parTrans" cxnId="{A6598600-EB1F-4C21-9F1F-1EE25D98050B}">
      <dgm:prSet/>
      <dgm:spPr/>
      <dgm:t>
        <a:bodyPr/>
        <a:lstStyle/>
        <a:p>
          <a:endParaRPr lang="en-IN"/>
        </a:p>
      </dgm:t>
    </dgm:pt>
    <dgm:pt modelId="{FDA7818E-FC6E-4312-8279-33B7EF6F2FE9}" type="sibTrans" cxnId="{A6598600-EB1F-4C21-9F1F-1EE25D98050B}">
      <dgm:prSet/>
      <dgm:spPr/>
      <dgm:t>
        <a:bodyPr/>
        <a:lstStyle/>
        <a:p>
          <a:endParaRPr lang="en-IN"/>
        </a:p>
      </dgm:t>
    </dgm:pt>
    <dgm:pt modelId="{981D8500-82B1-4881-BF2F-F884D84ABF9A}">
      <dgm:prSet phldrT="[Text]"/>
      <dgm:spPr/>
      <dgm:t>
        <a:bodyPr/>
        <a:lstStyle/>
        <a:p>
          <a:pPr algn="just"/>
          <a:endParaRPr lang="en-IN" dirty="0"/>
        </a:p>
      </dgm:t>
    </dgm:pt>
    <dgm:pt modelId="{60C2641C-201C-43B3-AA9C-E7CC089401BD}" type="parTrans" cxnId="{6F2B3830-EB8A-4417-A77D-55A602D65FC0}">
      <dgm:prSet/>
      <dgm:spPr/>
      <dgm:t>
        <a:bodyPr/>
        <a:lstStyle/>
        <a:p>
          <a:endParaRPr lang="en-IN"/>
        </a:p>
      </dgm:t>
    </dgm:pt>
    <dgm:pt modelId="{148C6A8F-D1A1-48DB-9658-588FC7517335}" type="sibTrans" cxnId="{6F2B3830-EB8A-4417-A77D-55A602D65FC0}">
      <dgm:prSet/>
      <dgm:spPr/>
      <dgm:t>
        <a:bodyPr/>
        <a:lstStyle/>
        <a:p>
          <a:endParaRPr lang="en-IN"/>
        </a:p>
      </dgm:t>
    </dgm:pt>
    <dgm:pt modelId="{90CE3DAB-A1E1-4379-902F-8F24DB26C80F}">
      <dgm:prSet phldrT="[Text]"/>
      <dgm:spPr/>
      <dgm:t>
        <a:bodyPr/>
        <a:lstStyle/>
        <a:p>
          <a:endParaRPr lang="en-IN" dirty="0"/>
        </a:p>
      </dgm:t>
    </dgm:pt>
    <dgm:pt modelId="{9009F3A2-EAA1-411E-BC1E-C1264FAF8EF1}" type="parTrans" cxnId="{A2931655-B1D7-4E33-9CD7-18D004150659}">
      <dgm:prSet/>
      <dgm:spPr/>
      <dgm:t>
        <a:bodyPr/>
        <a:lstStyle/>
        <a:p>
          <a:endParaRPr lang="en-IN"/>
        </a:p>
      </dgm:t>
    </dgm:pt>
    <dgm:pt modelId="{B2D9A0F3-D77F-498B-8A57-C48896D49537}" type="sibTrans" cxnId="{A2931655-B1D7-4E33-9CD7-18D004150659}">
      <dgm:prSet/>
      <dgm:spPr/>
      <dgm:t>
        <a:bodyPr/>
        <a:lstStyle/>
        <a:p>
          <a:endParaRPr lang="en-IN"/>
        </a:p>
      </dgm:t>
    </dgm:pt>
    <dgm:pt modelId="{6107B4CF-4604-4017-89DA-995E2EBDBDB2}">
      <dgm:prSet phldrT="[Text]"/>
      <dgm:spPr/>
      <dgm:t>
        <a:bodyPr/>
        <a:lstStyle/>
        <a:p>
          <a:endParaRPr lang="en-IN" dirty="0"/>
        </a:p>
      </dgm:t>
    </dgm:pt>
    <dgm:pt modelId="{95BB6E84-FFB3-4438-BDC1-8200F4685332}" type="parTrans" cxnId="{D47DF39C-E806-4740-92EA-3DC6B1841B60}">
      <dgm:prSet/>
      <dgm:spPr/>
      <dgm:t>
        <a:bodyPr/>
        <a:lstStyle/>
        <a:p>
          <a:endParaRPr lang="en-IN"/>
        </a:p>
      </dgm:t>
    </dgm:pt>
    <dgm:pt modelId="{524E649B-DD49-4C3B-A19A-37DBFB4F265B}" type="sibTrans" cxnId="{D47DF39C-E806-4740-92EA-3DC6B1841B60}">
      <dgm:prSet/>
      <dgm:spPr/>
      <dgm:t>
        <a:bodyPr/>
        <a:lstStyle/>
        <a:p>
          <a:endParaRPr lang="en-IN"/>
        </a:p>
      </dgm:t>
    </dgm:pt>
    <dgm:pt modelId="{9C23BD6E-63EE-48F9-8542-A09612BB41AB}">
      <dgm:prSet phldrT="[Text]"/>
      <dgm:spPr/>
      <dgm:t>
        <a:bodyPr/>
        <a:lstStyle/>
        <a:p>
          <a:endParaRPr lang="en-IN" dirty="0"/>
        </a:p>
      </dgm:t>
    </dgm:pt>
    <dgm:pt modelId="{3054BDBD-29BB-4FD0-A7A2-3E27A0E670DC}" type="parTrans" cxnId="{30FD5752-600F-453C-90C0-14B3F71FD258}">
      <dgm:prSet/>
      <dgm:spPr/>
      <dgm:t>
        <a:bodyPr/>
        <a:lstStyle/>
        <a:p>
          <a:endParaRPr lang="en-IN"/>
        </a:p>
      </dgm:t>
    </dgm:pt>
    <dgm:pt modelId="{5D4A2BEC-081B-4DDE-93C3-31E2104BFF90}" type="sibTrans" cxnId="{30FD5752-600F-453C-90C0-14B3F71FD258}">
      <dgm:prSet/>
      <dgm:spPr/>
      <dgm:t>
        <a:bodyPr/>
        <a:lstStyle/>
        <a:p>
          <a:endParaRPr lang="en-IN"/>
        </a:p>
      </dgm:t>
    </dgm:pt>
    <dgm:pt modelId="{88BC9ADC-F5E3-4438-929F-8B78179DF3CA}" type="pres">
      <dgm:prSet presAssocID="{AE0BF971-95BB-48BD-BE42-5E15037CF8FA}" presName="Name0" presStyleCnt="0">
        <dgm:presLayoutVars>
          <dgm:dir/>
          <dgm:animLvl val="lvl"/>
          <dgm:resizeHandles val="exact"/>
        </dgm:presLayoutVars>
      </dgm:prSet>
      <dgm:spPr/>
    </dgm:pt>
    <dgm:pt modelId="{ABE732C7-5861-42BC-8996-5EA735EFD932}" type="pres">
      <dgm:prSet presAssocID="{198D5DE2-DD94-4874-BCF5-1177F37CB87F}" presName="composite" presStyleCnt="0"/>
      <dgm:spPr/>
    </dgm:pt>
    <dgm:pt modelId="{548ADAF2-3DF2-4C9C-B3B6-2C30A28612F9}" type="pres">
      <dgm:prSet presAssocID="{198D5DE2-DD94-4874-BCF5-1177F37CB87F}" presName="parTx" presStyleLbl="alignNode1" presStyleIdx="0" presStyleCnt="3">
        <dgm:presLayoutVars>
          <dgm:chMax val="0"/>
          <dgm:chPref val="0"/>
          <dgm:bulletEnabled val="1"/>
        </dgm:presLayoutVars>
      </dgm:prSet>
      <dgm:spPr/>
    </dgm:pt>
    <dgm:pt modelId="{48EFC2A5-1AC4-4081-BB7E-9388C9A8DE6A}" type="pres">
      <dgm:prSet presAssocID="{198D5DE2-DD94-4874-BCF5-1177F37CB87F}" presName="desTx" presStyleLbl="alignAccFollowNode1" presStyleIdx="0" presStyleCnt="3">
        <dgm:presLayoutVars>
          <dgm:bulletEnabled val="1"/>
        </dgm:presLayoutVars>
      </dgm:prSet>
      <dgm:spPr/>
    </dgm:pt>
    <dgm:pt modelId="{161BF861-8475-469A-8A64-00BA2C2F6620}" type="pres">
      <dgm:prSet presAssocID="{17EAD7FC-31BB-4223-A030-426243E9D569}" presName="space" presStyleCnt="0"/>
      <dgm:spPr/>
    </dgm:pt>
    <dgm:pt modelId="{B0366919-C99D-479E-9123-872A519DF877}" type="pres">
      <dgm:prSet presAssocID="{E5838E43-393B-4F67-B56A-9FFCD676225B}" presName="composite" presStyleCnt="0"/>
      <dgm:spPr/>
    </dgm:pt>
    <dgm:pt modelId="{15A5465D-1634-4743-B759-FF50E116DEDB}" type="pres">
      <dgm:prSet presAssocID="{E5838E43-393B-4F67-B56A-9FFCD676225B}" presName="parTx" presStyleLbl="alignNode1" presStyleIdx="1" presStyleCnt="3">
        <dgm:presLayoutVars>
          <dgm:chMax val="0"/>
          <dgm:chPref val="0"/>
          <dgm:bulletEnabled val="1"/>
        </dgm:presLayoutVars>
      </dgm:prSet>
      <dgm:spPr/>
    </dgm:pt>
    <dgm:pt modelId="{52950754-D7BF-4F38-BD54-4263EB4C6FB1}" type="pres">
      <dgm:prSet presAssocID="{E5838E43-393B-4F67-B56A-9FFCD676225B}" presName="desTx" presStyleLbl="alignAccFollowNode1" presStyleIdx="1" presStyleCnt="3">
        <dgm:presLayoutVars>
          <dgm:bulletEnabled val="1"/>
        </dgm:presLayoutVars>
      </dgm:prSet>
      <dgm:spPr/>
    </dgm:pt>
    <dgm:pt modelId="{6BFD23BE-8F69-410A-9F71-8893C3B93DA0}" type="pres">
      <dgm:prSet presAssocID="{5A3C49B9-9967-4F26-B899-B7E35DEF77B8}" presName="space" presStyleCnt="0"/>
      <dgm:spPr/>
    </dgm:pt>
    <dgm:pt modelId="{3C76B3A1-5E1B-4700-89D6-2BDF5E999D4E}" type="pres">
      <dgm:prSet presAssocID="{94EF9853-A7CD-4D4D-84D4-90E01FDE7CC9}" presName="composite" presStyleCnt="0"/>
      <dgm:spPr/>
    </dgm:pt>
    <dgm:pt modelId="{12D15919-A702-463C-9264-5363895A50ED}" type="pres">
      <dgm:prSet presAssocID="{94EF9853-A7CD-4D4D-84D4-90E01FDE7CC9}" presName="parTx" presStyleLbl="alignNode1" presStyleIdx="2" presStyleCnt="3">
        <dgm:presLayoutVars>
          <dgm:chMax val="0"/>
          <dgm:chPref val="0"/>
          <dgm:bulletEnabled val="1"/>
        </dgm:presLayoutVars>
      </dgm:prSet>
      <dgm:spPr/>
    </dgm:pt>
    <dgm:pt modelId="{90C63FC6-7FAC-4362-885D-31495DCD2358}" type="pres">
      <dgm:prSet presAssocID="{94EF9853-A7CD-4D4D-84D4-90E01FDE7CC9}" presName="desTx" presStyleLbl="alignAccFollowNode1" presStyleIdx="2" presStyleCnt="3">
        <dgm:presLayoutVars>
          <dgm:bulletEnabled val="1"/>
        </dgm:presLayoutVars>
      </dgm:prSet>
      <dgm:spPr/>
    </dgm:pt>
  </dgm:ptLst>
  <dgm:cxnLst>
    <dgm:cxn modelId="{B8BE0300-901A-4B15-917D-FD600D11D5A5}" srcId="{AE0BF971-95BB-48BD-BE42-5E15037CF8FA}" destId="{E5838E43-393B-4F67-B56A-9FFCD676225B}" srcOrd="1" destOrd="0" parTransId="{D7178C22-2703-4496-A465-D0D39AC9B747}" sibTransId="{5A3C49B9-9967-4F26-B899-B7E35DEF77B8}"/>
    <dgm:cxn modelId="{A6598600-EB1F-4C21-9F1F-1EE25D98050B}" srcId="{198D5DE2-DD94-4874-BCF5-1177F37CB87F}" destId="{2E8DEBF4-71B4-4F5B-A6C1-639DB8967839}" srcOrd="4" destOrd="0" parTransId="{213EF9D1-2A6B-4561-A072-E971053A6CDC}" sibTransId="{FDA7818E-FC6E-4312-8279-33B7EF6F2FE9}"/>
    <dgm:cxn modelId="{87E74601-0A76-4614-9626-53614EFDD9DE}" type="presOf" srcId="{0C63A574-3856-4955-8AC0-2279448FD85A}" destId="{48EFC2A5-1AC4-4081-BB7E-9388C9A8DE6A}" srcOrd="0" destOrd="1" presId="urn:microsoft.com/office/officeart/2005/8/layout/hList1"/>
    <dgm:cxn modelId="{5E3AAB03-D5E3-4F95-B532-FC181D2CBBF4}" type="presOf" srcId="{6107B4CF-4604-4017-89DA-995E2EBDBDB2}" destId="{52950754-D7BF-4F38-BD54-4263EB4C6FB1}" srcOrd="0" destOrd="1" presId="urn:microsoft.com/office/officeart/2005/8/layout/hList1"/>
    <dgm:cxn modelId="{3E041904-EBBB-4A13-B4EF-FC5538AE6852}" type="presOf" srcId="{E5838E43-393B-4F67-B56A-9FFCD676225B}" destId="{15A5465D-1634-4743-B759-FF50E116DEDB}" srcOrd="0" destOrd="0" presId="urn:microsoft.com/office/officeart/2005/8/layout/hList1"/>
    <dgm:cxn modelId="{112E4509-7A00-4EA8-8196-13E2EEECEDD7}" type="presOf" srcId="{DC287B05-BDAC-49FB-B2F2-939E507A2E27}" destId="{48EFC2A5-1AC4-4081-BB7E-9388C9A8DE6A}" srcOrd="0" destOrd="2" presId="urn:microsoft.com/office/officeart/2005/8/layout/hList1"/>
    <dgm:cxn modelId="{57696C0C-79C1-45AF-A6BC-AFDC584DFE79}" type="presOf" srcId="{8078136C-EC37-4721-9DAB-0AE52A7D740E}" destId="{90C63FC6-7FAC-4362-885D-31495DCD2358}" srcOrd="0" destOrd="7" presId="urn:microsoft.com/office/officeart/2005/8/layout/hList1"/>
    <dgm:cxn modelId="{9852FF12-8969-40D8-9754-C78C9EFF7400}" srcId="{94EF9853-A7CD-4D4D-84D4-90E01FDE7CC9}" destId="{30B70C7B-C82E-4B06-9C75-6BB17B3D3C13}" srcOrd="4" destOrd="0" parTransId="{036FC3C8-F210-4104-9368-90150E95E2D1}" sibTransId="{F34E6E42-15EC-49D2-BD16-A3704045420E}"/>
    <dgm:cxn modelId="{21440F15-0899-4C01-AF69-61B2B9841F90}" type="presOf" srcId="{2E8DEBF4-71B4-4F5B-A6C1-639DB8967839}" destId="{48EFC2A5-1AC4-4081-BB7E-9388C9A8DE6A}" srcOrd="0" destOrd="4" presId="urn:microsoft.com/office/officeart/2005/8/layout/hList1"/>
    <dgm:cxn modelId="{990DA825-9641-45B8-898D-74C84BAF6859}" srcId="{E5838E43-393B-4F67-B56A-9FFCD676225B}" destId="{4619E87F-91EE-47AD-BBCB-F0DE9E9DEC93}" srcOrd="2" destOrd="0" parTransId="{7EE12FE3-6D1E-4503-ABFD-663BF13E1810}" sibTransId="{D629C85E-B574-473D-9E6C-D403AACA6050}"/>
    <dgm:cxn modelId="{4A21BF2A-F6E6-4E3B-9463-8CBF32251C2C}" srcId="{198D5DE2-DD94-4874-BCF5-1177F37CB87F}" destId="{1ACABD17-8558-4A5C-B090-00F40A73AE66}" srcOrd="6" destOrd="0" parTransId="{93F8E5E5-0D25-4BCD-8C5C-E1C7210CA2C2}" sibTransId="{309ABC3E-4FFC-409F-8BCC-28DAD19AEC77}"/>
    <dgm:cxn modelId="{A7386C2B-7191-4FA1-9A9D-138BFE8DE46C}" type="presOf" srcId="{9C23BD6E-63EE-48F9-8542-A09612BB41AB}" destId="{90C63FC6-7FAC-4362-885D-31495DCD2358}" srcOrd="0" destOrd="0" presId="urn:microsoft.com/office/officeart/2005/8/layout/hList1"/>
    <dgm:cxn modelId="{3397652F-09A1-49C4-B919-5EA12DE32964}" type="presOf" srcId="{91261DA2-9D69-463E-BE9D-916930CC6FC1}" destId="{90C63FC6-7FAC-4362-885D-31495DCD2358}" srcOrd="0" destOrd="10" presId="urn:microsoft.com/office/officeart/2005/8/layout/hList1"/>
    <dgm:cxn modelId="{984C892F-37A7-4E0C-9145-DD3ED205CE3A}" srcId="{94EF9853-A7CD-4D4D-84D4-90E01FDE7CC9}" destId="{B24150DD-CF69-4CEF-9A21-95CBD092E4A7}" srcOrd="11" destOrd="0" parTransId="{53F080FF-8C3C-43CB-B8B4-8455B29A4641}" sibTransId="{77084794-0EE8-46E5-83CF-209C89F22536}"/>
    <dgm:cxn modelId="{6F2B3830-EB8A-4417-A77D-55A602D65FC0}" srcId="{198D5DE2-DD94-4874-BCF5-1177F37CB87F}" destId="{981D8500-82B1-4881-BF2F-F884D84ABF9A}" srcOrd="0" destOrd="0" parTransId="{60C2641C-201C-43B3-AA9C-E7CC089401BD}" sibTransId="{148C6A8F-D1A1-48DB-9658-588FC7517335}"/>
    <dgm:cxn modelId="{AAC56833-9F04-42FE-862E-4F9D4F56A087}" type="presOf" srcId="{8778E9FD-870D-4A43-842D-5BA1D2CFB5C3}" destId="{90C63FC6-7FAC-4362-885D-31495DCD2358}" srcOrd="0" destOrd="8" presId="urn:microsoft.com/office/officeart/2005/8/layout/hList1"/>
    <dgm:cxn modelId="{56FE5A39-B92A-496C-9584-58A9C0A9E317}" type="presOf" srcId="{198D5DE2-DD94-4874-BCF5-1177F37CB87F}" destId="{548ADAF2-3DF2-4C9C-B3B6-2C30A28612F9}" srcOrd="0" destOrd="0" presId="urn:microsoft.com/office/officeart/2005/8/layout/hList1"/>
    <dgm:cxn modelId="{0C9A6E3B-C7A6-48A0-9640-BA3211003B44}" type="presOf" srcId="{AE0BF971-95BB-48BD-BE42-5E15037CF8FA}" destId="{88BC9ADC-F5E3-4438-929F-8B78179DF3CA}" srcOrd="0" destOrd="0" presId="urn:microsoft.com/office/officeart/2005/8/layout/hList1"/>
    <dgm:cxn modelId="{843AEA64-B645-43AC-924F-C725A2A963C2}" srcId="{E5838E43-393B-4F67-B56A-9FFCD676225B}" destId="{DD1BE459-BE01-4201-9B72-AAB621E89A61}" srcOrd="3" destOrd="0" parTransId="{721DFBB3-007F-4AB3-9F7D-F404A2861B55}" sibTransId="{884FB0D8-650D-4D35-95DE-955CB8280D5F}"/>
    <dgm:cxn modelId="{36783F67-8396-45AF-830F-536CFA530D6A}" srcId="{94EF9853-A7CD-4D4D-84D4-90E01FDE7CC9}" destId="{DC73EF20-DB0C-487C-AAEB-BD99D339AEF5}" srcOrd="5" destOrd="0" parTransId="{A718CC55-F67F-44D6-9809-4B377D15FB61}" sibTransId="{ABB8DA95-7E24-46FE-9EE5-5BC1AEC9FDC5}"/>
    <dgm:cxn modelId="{C64F4D6A-3022-4088-943A-62EA17A1135B}" srcId="{198D5DE2-DD94-4874-BCF5-1177F37CB87F}" destId="{26301541-86C5-4F12-BE07-0047E1959AE5}" srcOrd="5" destOrd="0" parTransId="{04FD0EE7-141F-442D-AA10-93AF80FE9113}" sibTransId="{A237027C-6FE0-44C4-BFB0-37B5EE06492F}"/>
    <dgm:cxn modelId="{AF0FC550-7F6E-477F-87BC-FF6B274FDC57}" srcId="{AE0BF971-95BB-48BD-BE42-5E15037CF8FA}" destId="{94EF9853-A7CD-4D4D-84D4-90E01FDE7CC9}" srcOrd="2" destOrd="0" parTransId="{A5F26FC0-F149-4584-A124-E994CBC54FBA}" sibTransId="{AA426042-538A-4BF7-B8FF-34F3B59830E0}"/>
    <dgm:cxn modelId="{30FD5752-600F-453C-90C0-14B3F71FD258}" srcId="{94EF9853-A7CD-4D4D-84D4-90E01FDE7CC9}" destId="{9C23BD6E-63EE-48F9-8542-A09612BB41AB}" srcOrd="0" destOrd="0" parTransId="{3054BDBD-29BB-4FD0-A7A2-3E27A0E670DC}" sibTransId="{5D4A2BEC-081B-4DDE-93C3-31E2104BFF90}"/>
    <dgm:cxn modelId="{58508E53-72D1-47E0-B6B6-2F5A7688BEEF}" type="presOf" srcId="{30B70C7B-C82E-4B06-9C75-6BB17B3D3C13}" destId="{90C63FC6-7FAC-4362-885D-31495DCD2358}" srcOrd="0" destOrd="4" presId="urn:microsoft.com/office/officeart/2005/8/layout/hList1"/>
    <dgm:cxn modelId="{A2931655-B1D7-4E33-9CD7-18D004150659}" srcId="{E5838E43-393B-4F67-B56A-9FFCD676225B}" destId="{90CE3DAB-A1E1-4379-902F-8F24DB26C80F}" srcOrd="0" destOrd="0" parTransId="{9009F3A2-EAA1-411E-BC1E-C1264FAF8EF1}" sibTransId="{B2D9A0F3-D77F-498B-8A57-C48896D49537}"/>
    <dgm:cxn modelId="{A2099375-75F6-43C2-A2A2-903CDDE8BF0C}" srcId="{198D5DE2-DD94-4874-BCF5-1177F37CB87F}" destId="{8F23CFE1-E62B-434A-8B16-ED78E0FA63BD}" srcOrd="7" destOrd="0" parTransId="{EDD044FD-D2C2-4920-B28A-50A0AD60AF5B}" sibTransId="{1AD56D76-D5F5-448E-8224-EC62D116756C}"/>
    <dgm:cxn modelId="{355F3D57-3432-4440-956F-59DEA60D8520}" type="presOf" srcId="{90CE3DAB-A1E1-4379-902F-8F24DB26C80F}" destId="{52950754-D7BF-4F38-BD54-4263EB4C6FB1}" srcOrd="0" destOrd="0" presId="urn:microsoft.com/office/officeart/2005/8/layout/hList1"/>
    <dgm:cxn modelId="{5CC8CD58-FC45-4A0A-9883-11F146731024}" type="presOf" srcId="{2AF18770-3E7D-433A-BCB1-6949CAB779D6}" destId="{48EFC2A5-1AC4-4081-BB7E-9388C9A8DE6A}" srcOrd="0" destOrd="3" presId="urn:microsoft.com/office/officeart/2005/8/layout/hList1"/>
    <dgm:cxn modelId="{EB13A37B-B2AC-4BE1-826F-CB9CEA997349}" type="presOf" srcId="{DC73EF20-DB0C-487C-AAEB-BD99D339AEF5}" destId="{90C63FC6-7FAC-4362-885D-31495DCD2358}" srcOrd="0" destOrd="5" presId="urn:microsoft.com/office/officeart/2005/8/layout/hList1"/>
    <dgm:cxn modelId="{781BB97E-2DFD-4FC3-87BE-B85E244158FE}" srcId="{94EF9853-A7CD-4D4D-84D4-90E01FDE7CC9}" destId="{5BEEF31F-EF48-4385-8120-A7756E41E2DF}" srcOrd="9" destOrd="0" parTransId="{07AF60F9-CD1E-4E4F-BB48-BC3A33C8E487}" sibTransId="{9A816679-B06C-4223-88F9-CDD6D8A7A10B}"/>
    <dgm:cxn modelId="{0589C596-B56E-4EF5-9CE7-55F24AF90686}" srcId="{198D5DE2-DD94-4874-BCF5-1177F37CB87F}" destId="{0C63A574-3856-4955-8AC0-2279448FD85A}" srcOrd="1" destOrd="0" parTransId="{ADD72845-D04F-41AC-892B-B50F02211C1F}" sibTransId="{C7468318-B2A3-4FCE-855E-7E05A00253B9}"/>
    <dgm:cxn modelId="{60A0D596-6D61-4EAE-9991-596F4FA35AEE}" type="presOf" srcId="{D70EBEFC-F0BA-4B36-915F-197D5964142B}" destId="{90C63FC6-7FAC-4362-885D-31495DCD2358}" srcOrd="0" destOrd="1" presId="urn:microsoft.com/office/officeart/2005/8/layout/hList1"/>
    <dgm:cxn modelId="{D47DF39C-E806-4740-92EA-3DC6B1841B60}" srcId="{E5838E43-393B-4F67-B56A-9FFCD676225B}" destId="{6107B4CF-4604-4017-89DA-995E2EBDBDB2}" srcOrd="1" destOrd="0" parTransId="{95BB6E84-FFB3-4438-BDC1-8200F4685332}" sibTransId="{524E649B-DD49-4C3B-A19A-37DBFB4F265B}"/>
    <dgm:cxn modelId="{6BF5FEA0-0F48-47C1-8E90-8843F64C1ACD}" srcId="{94EF9853-A7CD-4D4D-84D4-90E01FDE7CC9}" destId="{91261DA2-9D69-463E-BE9D-916930CC6FC1}" srcOrd="10" destOrd="0" parTransId="{8269866A-91F3-492D-B1C9-404886ED81C2}" sibTransId="{09A7B305-0A6C-4D1E-8896-5F2B996A3150}"/>
    <dgm:cxn modelId="{AE671FA2-0D3A-4230-A31A-4FB5CA8898B2}" type="presOf" srcId="{B0FC3500-3008-4E91-8BB6-9E8BA658B26F}" destId="{90C63FC6-7FAC-4362-885D-31495DCD2358}" srcOrd="0" destOrd="3" presId="urn:microsoft.com/office/officeart/2005/8/layout/hList1"/>
    <dgm:cxn modelId="{CA5E6BA4-748F-4F93-B58A-CBD564D9D25D}" type="presOf" srcId="{0FA32A7C-FD86-43F3-90B1-D7EF49C06E14}" destId="{90C63FC6-7FAC-4362-885D-31495DCD2358}" srcOrd="0" destOrd="2" presId="urn:microsoft.com/office/officeart/2005/8/layout/hList1"/>
    <dgm:cxn modelId="{07E585AA-66D5-4E67-BFEA-E5EC2A257EA9}" srcId="{AE0BF971-95BB-48BD-BE42-5E15037CF8FA}" destId="{198D5DE2-DD94-4874-BCF5-1177F37CB87F}" srcOrd="0" destOrd="0" parTransId="{D922D493-C737-4DD8-A94B-E8E1FB02FF80}" sibTransId="{17EAD7FC-31BB-4223-A030-426243E9D569}"/>
    <dgm:cxn modelId="{6D14DBB1-51B0-4DC6-B355-3E50C464B50D}" type="presOf" srcId="{26301541-86C5-4F12-BE07-0047E1959AE5}" destId="{48EFC2A5-1AC4-4081-BB7E-9388C9A8DE6A}" srcOrd="0" destOrd="5" presId="urn:microsoft.com/office/officeart/2005/8/layout/hList1"/>
    <dgm:cxn modelId="{ADFAFCB6-DD7C-4F0D-8674-12B1A6DC5DB0}" type="presOf" srcId="{4619E87F-91EE-47AD-BBCB-F0DE9E9DEC93}" destId="{52950754-D7BF-4F38-BD54-4263EB4C6FB1}" srcOrd="0" destOrd="2" presId="urn:microsoft.com/office/officeart/2005/8/layout/hList1"/>
    <dgm:cxn modelId="{923645B7-360D-40AB-9303-3ECA34149FD2}" srcId="{94EF9853-A7CD-4D4D-84D4-90E01FDE7CC9}" destId="{0FA32A7C-FD86-43F3-90B1-D7EF49C06E14}" srcOrd="2" destOrd="0" parTransId="{BDEBE6E0-CAF6-4C3D-A8C8-337B3CF4B936}" sibTransId="{EDAB4E25-FD2F-43E3-981A-C30F594BB4A9}"/>
    <dgm:cxn modelId="{908D06B8-BD39-4D9E-ABB0-BA02A0250077}" type="presOf" srcId="{981D8500-82B1-4881-BF2F-F884D84ABF9A}" destId="{48EFC2A5-1AC4-4081-BB7E-9388C9A8DE6A}" srcOrd="0" destOrd="0" presId="urn:microsoft.com/office/officeart/2005/8/layout/hList1"/>
    <dgm:cxn modelId="{21300AB9-8934-4C93-AD04-9BC7BB393B05}" type="presOf" srcId="{8F23CFE1-E62B-434A-8B16-ED78E0FA63BD}" destId="{48EFC2A5-1AC4-4081-BB7E-9388C9A8DE6A}" srcOrd="0" destOrd="7" presId="urn:microsoft.com/office/officeart/2005/8/layout/hList1"/>
    <dgm:cxn modelId="{AF37FDBC-8021-48EC-8B66-C2B18ECDFA42}" type="presOf" srcId="{5BEEF31F-EF48-4385-8120-A7756E41E2DF}" destId="{90C63FC6-7FAC-4362-885D-31495DCD2358}" srcOrd="0" destOrd="9" presId="urn:microsoft.com/office/officeart/2005/8/layout/hList1"/>
    <dgm:cxn modelId="{4CA8F4C2-ED8D-4D00-BF1B-A3E7F2650A8B}" srcId="{198D5DE2-DD94-4874-BCF5-1177F37CB87F}" destId="{2AF18770-3E7D-433A-BCB1-6949CAB779D6}" srcOrd="3" destOrd="0" parTransId="{C40B2440-D072-4F74-ADE8-506C6CF39C44}" sibTransId="{7A588327-F97E-4DA6-9CBC-FC7800E3CD23}"/>
    <dgm:cxn modelId="{950B1EC4-105E-4E0D-9FB9-4EAB9C9FC2E7}" type="presOf" srcId="{EB6A7713-3075-4A92-8B0A-E7670473291C}" destId="{48EFC2A5-1AC4-4081-BB7E-9388C9A8DE6A}" srcOrd="0" destOrd="8" presId="urn:microsoft.com/office/officeart/2005/8/layout/hList1"/>
    <dgm:cxn modelId="{89D73CC7-8E9D-47D0-89F5-238D47958070}" type="presOf" srcId="{94EF9853-A7CD-4D4D-84D4-90E01FDE7CC9}" destId="{12D15919-A702-463C-9264-5363895A50ED}" srcOrd="0" destOrd="0" presId="urn:microsoft.com/office/officeart/2005/8/layout/hList1"/>
    <dgm:cxn modelId="{D82509C9-AED6-47EB-A3FF-2A4265D3A9F7}" srcId="{94EF9853-A7CD-4D4D-84D4-90E01FDE7CC9}" destId="{8778E9FD-870D-4A43-842D-5BA1D2CFB5C3}" srcOrd="8" destOrd="0" parTransId="{79EEA21A-DE18-4F8B-809D-ED1946B328D6}" sibTransId="{755B0C43-008A-4260-BE2C-B028957D2707}"/>
    <dgm:cxn modelId="{3CC731CF-76F7-4C3D-9C7D-02B5547F1A68}" srcId="{198D5DE2-DD94-4874-BCF5-1177F37CB87F}" destId="{DC287B05-BDAC-49FB-B2F2-939E507A2E27}" srcOrd="2" destOrd="0" parTransId="{B8291C93-F186-4F43-86F3-488D30CA213B}" sibTransId="{06B253DB-EE87-46EC-AF7A-1A40FBA55047}"/>
    <dgm:cxn modelId="{6124AACF-839E-4AB5-8A8C-3290574EDF55}" type="presOf" srcId="{A7F4C12E-90B9-4E8D-BCBD-FC33BF9E1E47}" destId="{90C63FC6-7FAC-4362-885D-31495DCD2358}" srcOrd="0" destOrd="6" presId="urn:microsoft.com/office/officeart/2005/8/layout/hList1"/>
    <dgm:cxn modelId="{FC497BD4-90E9-49E3-88C0-E1FDA307A0FC}" srcId="{94EF9853-A7CD-4D4D-84D4-90E01FDE7CC9}" destId="{A7F4C12E-90B9-4E8D-BCBD-FC33BF9E1E47}" srcOrd="6" destOrd="0" parTransId="{A45D4D08-4B41-48C3-A9DA-F1B9D5BF6C48}" sibTransId="{DF06C163-4801-44B0-B233-0AA06A9499D2}"/>
    <dgm:cxn modelId="{F0D296D5-CE23-4634-83FD-7E39D4C7029E}" type="presOf" srcId="{B24150DD-CF69-4CEF-9A21-95CBD092E4A7}" destId="{90C63FC6-7FAC-4362-885D-31495DCD2358}" srcOrd="0" destOrd="11" presId="urn:microsoft.com/office/officeart/2005/8/layout/hList1"/>
    <dgm:cxn modelId="{0948E7D8-E5DE-4F80-95A5-5269F366D522}" srcId="{E5838E43-393B-4F67-B56A-9FFCD676225B}" destId="{CB38A06C-0AA2-4E68-97E7-F8D3E1856FF4}" srcOrd="4" destOrd="0" parTransId="{7570AC46-42D4-4EE1-9465-12A2937A5223}" sibTransId="{F94B7E2B-8684-469B-A5D1-0E823BFE8882}"/>
    <dgm:cxn modelId="{61F394DE-D08B-4D15-AAE1-A7CD975C0E03}" srcId="{94EF9853-A7CD-4D4D-84D4-90E01FDE7CC9}" destId="{B0FC3500-3008-4E91-8BB6-9E8BA658B26F}" srcOrd="3" destOrd="0" parTransId="{C5510951-E20D-4488-9D7C-BC1F3B1B4F8E}" sibTransId="{A00D6063-AEB9-41F7-8085-6A4BEC1C7029}"/>
    <dgm:cxn modelId="{EEAF6BE1-0335-472D-B22C-2881D81B0C6F}" srcId="{94EF9853-A7CD-4D4D-84D4-90E01FDE7CC9}" destId="{D70EBEFC-F0BA-4B36-915F-197D5964142B}" srcOrd="1" destOrd="0" parTransId="{5A250AFA-ED81-4C98-84AA-D59390CDDE1F}" sibTransId="{3B8777B1-E07C-46D7-AC49-DA31306D7B58}"/>
    <dgm:cxn modelId="{8C5B0FE4-07C4-4516-9333-5ABAEC096BE2}" type="presOf" srcId="{CB38A06C-0AA2-4E68-97E7-F8D3E1856FF4}" destId="{52950754-D7BF-4F38-BD54-4263EB4C6FB1}" srcOrd="0" destOrd="4" presId="urn:microsoft.com/office/officeart/2005/8/layout/hList1"/>
    <dgm:cxn modelId="{862AA1EC-6CE1-4113-8173-1C0C146DF63F}" type="presOf" srcId="{1ACABD17-8558-4A5C-B090-00F40A73AE66}" destId="{48EFC2A5-1AC4-4081-BB7E-9388C9A8DE6A}" srcOrd="0" destOrd="6" presId="urn:microsoft.com/office/officeart/2005/8/layout/hList1"/>
    <dgm:cxn modelId="{05E292F7-C676-4E10-8C77-55B15C5ACCBC}" srcId="{198D5DE2-DD94-4874-BCF5-1177F37CB87F}" destId="{EB6A7713-3075-4A92-8B0A-E7670473291C}" srcOrd="8" destOrd="0" parTransId="{96F6E03B-FF22-453C-9684-258A9E9F32A3}" sibTransId="{9494022E-BCC0-479A-A2B8-9005542E765B}"/>
    <dgm:cxn modelId="{ED4AF7FB-1022-42B1-B7EA-21C47738504B}" type="presOf" srcId="{DD1BE459-BE01-4201-9B72-AAB621E89A61}" destId="{52950754-D7BF-4F38-BD54-4263EB4C6FB1}" srcOrd="0" destOrd="3" presId="urn:microsoft.com/office/officeart/2005/8/layout/hList1"/>
    <dgm:cxn modelId="{5218FEFC-B80F-4128-B258-162CBC2D936B}" srcId="{94EF9853-A7CD-4D4D-84D4-90E01FDE7CC9}" destId="{8078136C-EC37-4721-9DAB-0AE52A7D740E}" srcOrd="7" destOrd="0" parTransId="{2761A630-F0EB-4677-BF9F-D8B3D5A73CAF}" sibTransId="{83A604B9-65F1-403F-A1B8-A79CF6BA4F2E}"/>
    <dgm:cxn modelId="{7B7C42B7-4867-4FB8-9A0A-B3119A522FD8}" type="presParOf" srcId="{88BC9ADC-F5E3-4438-929F-8B78179DF3CA}" destId="{ABE732C7-5861-42BC-8996-5EA735EFD932}" srcOrd="0" destOrd="0" presId="urn:microsoft.com/office/officeart/2005/8/layout/hList1"/>
    <dgm:cxn modelId="{79E73C44-0F00-468B-8053-753EA6435CF7}" type="presParOf" srcId="{ABE732C7-5861-42BC-8996-5EA735EFD932}" destId="{548ADAF2-3DF2-4C9C-B3B6-2C30A28612F9}" srcOrd="0" destOrd="0" presId="urn:microsoft.com/office/officeart/2005/8/layout/hList1"/>
    <dgm:cxn modelId="{33D1DBCE-9E12-490A-9264-E8408886C6D3}" type="presParOf" srcId="{ABE732C7-5861-42BC-8996-5EA735EFD932}" destId="{48EFC2A5-1AC4-4081-BB7E-9388C9A8DE6A}" srcOrd="1" destOrd="0" presId="urn:microsoft.com/office/officeart/2005/8/layout/hList1"/>
    <dgm:cxn modelId="{832B0DA5-5254-45B3-A561-D4308D2B2AA8}" type="presParOf" srcId="{88BC9ADC-F5E3-4438-929F-8B78179DF3CA}" destId="{161BF861-8475-469A-8A64-00BA2C2F6620}" srcOrd="1" destOrd="0" presId="urn:microsoft.com/office/officeart/2005/8/layout/hList1"/>
    <dgm:cxn modelId="{A034721D-6BC4-4240-8487-F373E872B4D5}" type="presParOf" srcId="{88BC9ADC-F5E3-4438-929F-8B78179DF3CA}" destId="{B0366919-C99D-479E-9123-872A519DF877}" srcOrd="2" destOrd="0" presId="urn:microsoft.com/office/officeart/2005/8/layout/hList1"/>
    <dgm:cxn modelId="{4F0801F8-6A4E-4E3C-B162-0542CD6EC72C}" type="presParOf" srcId="{B0366919-C99D-479E-9123-872A519DF877}" destId="{15A5465D-1634-4743-B759-FF50E116DEDB}" srcOrd="0" destOrd="0" presId="urn:microsoft.com/office/officeart/2005/8/layout/hList1"/>
    <dgm:cxn modelId="{83C22FE8-BE69-4396-9556-ED656F2D8AEB}" type="presParOf" srcId="{B0366919-C99D-479E-9123-872A519DF877}" destId="{52950754-D7BF-4F38-BD54-4263EB4C6FB1}" srcOrd="1" destOrd="0" presId="urn:microsoft.com/office/officeart/2005/8/layout/hList1"/>
    <dgm:cxn modelId="{3F08EA1C-407A-4AC5-8A47-C6208FEED770}" type="presParOf" srcId="{88BC9ADC-F5E3-4438-929F-8B78179DF3CA}" destId="{6BFD23BE-8F69-410A-9F71-8893C3B93DA0}" srcOrd="3" destOrd="0" presId="urn:microsoft.com/office/officeart/2005/8/layout/hList1"/>
    <dgm:cxn modelId="{F1526892-7C85-48FA-B8E1-8B5648C7247A}" type="presParOf" srcId="{88BC9ADC-F5E3-4438-929F-8B78179DF3CA}" destId="{3C76B3A1-5E1B-4700-89D6-2BDF5E999D4E}" srcOrd="4" destOrd="0" presId="urn:microsoft.com/office/officeart/2005/8/layout/hList1"/>
    <dgm:cxn modelId="{0CF1BB5F-8E55-431C-A091-129CDFA87E69}" type="presParOf" srcId="{3C76B3A1-5E1B-4700-89D6-2BDF5E999D4E}" destId="{12D15919-A702-463C-9264-5363895A50ED}" srcOrd="0" destOrd="0" presId="urn:microsoft.com/office/officeart/2005/8/layout/hList1"/>
    <dgm:cxn modelId="{3BFE1A36-D9B9-44ED-9722-768F63E5B1AE}" type="presParOf" srcId="{3C76B3A1-5E1B-4700-89D6-2BDF5E999D4E}" destId="{90C63FC6-7FAC-4362-885D-31495DCD235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05C4B1-2A4D-4444-8FBE-D116AD3C0176}">
      <dsp:nvSpPr>
        <dsp:cNvPr id="0" name=""/>
        <dsp:cNvSpPr/>
      </dsp:nvSpPr>
      <dsp:spPr>
        <a:xfrm>
          <a:off x="3251199" y="661"/>
          <a:ext cx="4876800" cy="833437"/>
        </a:xfrm>
        <a:prstGeom prst="rightArrow">
          <a:avLst>
            <a:gd name="adj1" fmla="val 75000"/>
            <a:gd name="adj2" fmla="val 5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90000"/>
            </a:lnSpc>
            <a:spcBef>
              <a:spcPct val="0"/>
            </a:spcBef>
            <a:spcAft>
              <a:spcPct val="15000"/>
            </a:spcAft>
            <a:buChar char="•"/>
          </a:pPr>
          <a:r>
            <a:rPr lang="en-US" sz="1900" kern="1200" dirty="0" err="1"/>
            <a:t>Uniprot</a:t>
          </a:r>
          <a:endParaRPr lang="en-IN" sz="1900" kern="1200" dirty="0"/>
        </a:p>
        <a:p>
          <a:pPr marL="171450" lvl="1" indent="-171450" algn="l" defTabSz="844550">
            <a:lnSpc>
              <a:spcPct val="90000"/>
            </a:lnSpc>
            <a:spcBef>
              <a:spcPct val="0"/>
            </a:spcBef>
            <a:spcAft>
              <a:spcPct val="15000"/>
            </a:spcAft>
            <a:buChar char="•"/>
          </a:pPr>
          <a:r>
            <a:rPr lang="en-US" sz="1900" kern="1200" dirty="0" err="1"/>
            <a:t>ChEMBL</a:t>
          </a:r>
          <a:endParaRPr lang="en-IN" sz="1900" kern="1200" dirty="0"/>
        </a:p>
      </dsp:txBody>
      <dsp:txXfrm>
        <a:off x="3251199" y="104841"/>
        <a:ext cx="4564261" cy="625077"/>
      </dsp:txXfrm>
    </dsp:sp>
    <dsp:sp modelId="{53FFE8DA-9133-4192-B56F-600BDC7896D7}">
      <dsp:nvSpPr>
        <dsp:cNvPr id="0" name=""/>
        <dsp:cNvSpPr/>
      </dsp:nvSpPr>
      <dsp:spPr>
        <a:xfrm>
          <a:off x="0" y="18413"/>
          <a:ext cx="3251200" cy="83343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Protein and inhibitor database</a:t>
          </a:r>
          <a:endParaRPr lang="en-IN" sz="2300" kern="1200" dirty="0"/>
        </a:p>
      </dsp:txBody>
      <dsp:txXfrm>
        <a:off x="40685" y="59098"/>
        <a:ext cx="3169830" cy="752067"/>
      </dsp:txXfrm>
    </dsp:sp>
    <dsp:sp modelId="{85FBDA5D-5F80-463A-AF30-724AFAD6FAED}">
      <dsp:nvSpPr>
        <dsp:cNvPr id="0" name=""/>
        <dsp:cNvSpPr/>
      </dsp:nvSpPr>
      <dsp:spPr>
        <a:xfrm>
          <a:off x="3251199" y="917442"/>
          <a:ext cx="4876800" cy="833437"/>
        </a:xfrm>
        <a:prstGeom prst="rightArrow">
          <a:avLst>
            <a:gd name="adj1" fmla="val 75000"/>
            <a:gd name="adj2" fmla="val 5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90000"/>
            </a:lnSpc>
            <a:spcBef>
              <a:spcPct val="0"/>
            </a:spcBef>
            <a:spcAft>
              <a:spcPct val="15000"/>
            </a:spcAft>
            <a:buChar char="•"/>
          </a:pPr>
          <a:r>
            <a:rPr lang="en-US" sz="1900" kern="1200" dirty="0"/>
            <a:t>MS-Excel</a:t>
          </a:r>
          <a:endParaRPr lang="en-IN" sz="1900" kern="1200" dirty="0"/>
        </a:p>
        <a:p>
          <a:pPr marL="171450" lvl="1" indent="-171450" algn="l" defTabSz="844550">
            <a:lnSpc>
              <a:spcPct val="90000"/>
            </a:lnSpc>
            <a:spcBef>
              <a:spcPct val="0"/>
            </a:spcBef>
            <a:spcAft>
              <a:spcPct val="15000"/>
            </a:spcAft>
            <a:buChar char="•"/>
          </a:pPr>
          <a:r>
            <a:rPr lang="en-US" sz="1900" kern="1200" dirty="0"/>
            <a:t>DUD.E database</a:t>
          </a:r>
          <a:endParaRPr lang="en-IN" sz="1900" kern="1200" dirty="0"/>
        </a:p>
      </dsp:txBody>
      <dsp:txXfrm>
        <a:off x="3251199" y="1021622"/>
        <a:ext cx="4564261" cy="625077"/>
      </dsp:txXfrm>
    </dsp:sp>
    <dsp:sp modelId="{CC1F87AC-7F7C-4709-8FAC-D1AD376178F6}">
      <dsp:nvSpPr>
        <dsp:cNvPr id="0" name=""/>
        <dsp:cNvSpPr/>
      </dsp:nvSpPr>
      <dsp:spPr>
        <a:xfrm>
          <a:off x="0" y="917442"/>
          <a:ext cx="3251200" cy="83343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Data Preprocessing </a:t>
          </a:r>
          <a:endParaRPr lang="en-IN" sz="2300" kern="1200" dirty="0"/>
        </a:p>
      </dsp:txBody>
      <dsp:txXfrm>
        <a:off x="40685" y="958127"/>
        <a:ext cx="3169830" cy="752067"/>
      </dsp:txXfrm>
    </dsp:sp>
    <dsp:sp modelId="{B7EBC15A-20BA-4649-877C-6EB948681B19}">
      <dsp:nvSpPr>
        <dsp:cNvPr id="0" name=""/>
        <dsp:cNvSpPr/>
      </dsp:nvSpPr>
      <dsp:spPr>
        <a:xfrm>
          <a:off x="3251199" y="1834224"/>
          <a:ext cx="4876800" cy="833437"/>
        </a:xfrm>
        <a:prstGeom prst="rightArrow">
          <a:avLst>
            <a:gd name="adj1" fmla="val 75000"/>
            <a:gd name="adj2" fmla="val 5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90000"/>
            </a:lnSpc>
            <a:spcBef>
              <a:spcPct val="0"/>
            </a:spcBef>
            <a:spcAft>
              <a:spcPct val="15000"/>
            </a:spcAft>
            <a:buChar char="•"/>
          </a:pPr>
          <a:r>
            <a:rPr lang="en-US" sz="1900" kern="1200" dirty="0" err="1"/>
            <a:t>PaDEL</a:t>
          </a:r>
          <a:r>
            <a:rPr lang="en-US" sz="1900" kern="1200" dirty="0"/>
            <a:t> Descriptor</a:t>
          </a:r>
          <a:endParaRPr lang="en-IN" sz="1900" kern="1200" dirty="0"/>
        </a:p>
      </dsp:txBody>
      <dsp:txXfrm>
        <a:off x="3251199" y="1938404"/>
        <a:ext cx="4564261" cy="625077"/>
      </dsp:txXfrm>
    </dsp:sp>
    <dsp:sp modelId="{0BC8E2DD-00C7-45DA-AFB0-279FB5C070A1}">
      <dsp:nvSpPr>
        <dsp:cNvPr id="0" name=""/>
        <dsp:cNvSpPr/>
      </dsp:nvSpPr>
      <dsp:spPr>
        <a:xfrm>
          <a:off x="0" y="1834224"/>
          <a:ext cx="3251200" cy="83343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Descriptor Calculation</a:t>
          </a:r>
          <a:endParaRPr lang="en-IN" sz="2300" kern="1200" dirty="0"/>
        </a:p>
      </dsp:txBody>
      <dsp:txXfrm>
        <a:off x="40685" y="1874909"/>
        <a:ext cx="3169830" cy="752067"/>
      </dsp:txXfrm>
    </dsp:sp>
    <dsp:sp modelId="{602415A4-133A-4C5B-86BD-28945D167DFD}">
      <dsp:nvSpPr>
        <dsp:cNvPr id="0" name=""/>
        <dsp:cNvSpPr/>
      </dsp:nvSpPr>
      <dsp:spPr>
        <a:xfrm>
          <a:off x="3251199" y="2751005"/>
          <a:ext cx="4876800" cy="833437"/>
        </a:xfrm>
        <a:prstGeom prst="rightArrow">
          <a:avLst>
            <a:gd name="adj1" fmla="val 75000"/>
            <a:gd name="adj2" fmla="val 5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90000"/>
            </a:lnSpc>
            <a:spcBef>
              <a:spcPct val="0"/>
            </a:spcBef>
            <a:spcAft>
              <a:spcPct val="15000"/>
            </a:spcAft>
            <a:buChar char="•"/>
          </a:pPr>
          <a:r>
            <a:rPr lang="en-US" sz="1900" kern="1200" dirty="0"/>
            <a:t>MATLAB</a:t>
          </a:r>
          <a:endParaRPr lang="en-IN" sz="1900" kern="1200" dirty="0"/>
        </a:p>
      </dsp:txBody>
      <dsp:txXfrm>
        <a:off x="3251199" y="2855185"/>
        <a:ext cx="4564261" cy="625077"/>
      </dsp:txXfrm>
    </dsp:sp>
    <dsp:sp modelId="{B597BF51-4D96-42D1-91DF-D21EC3AF485F}">
      <dsp:nvSpPr>
        <dsp:cNvPr id="0" name=""/>
        <dsp:cNvSpPr/>
      </dsp:nvSpPr>
      <dsp:spPr>
        <a:xfrm>
          <a:off x="0" y="2751005"/>
          <a:ext cx="3251200" cy="83343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Model Building </a:t>
          </a:r>
          <a:endParaRPr lang="en-IN" sz="2300" kern="1200" dirty="0"/>
        </a:p>
      </dsp:txBody>
      <dsp:txXfrm>
        <a:off x="40685" y="2791690"/>
        <a:ext cx="3169830" cy="752067"/>
      </dsp:txXfrm>
    </dsp:sp>
    <dsp:sp modelId="{2E33E3DD-FFC4-4B60-97AD-FE36278FD48D}">
      <dsp:nvSpPr>
        <dsp:cNvPr id="0" name=""/>
        <dsp:cNvSpPr/>
      </dsp:nvSpPr>
      <dsp:spPr>
        <a:xfrm>
          <a:off x="3251199" y="3667786"/>
          <a:ext cx="4876800" cy="833437"/>
        </a:xfrm>
        <a:prstGeom prst="rightArrow">
          <a:avLst>
            <a:gd name="adj1" fmla="val 75000"/>
            <a:gd name="adj2" fmla="val 5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90000"/>
            </a:lnSpc>
            <a:spcBef>
              <a:spcPct val="0"/>
            </a:spcBef>
            <a:spcAft>
              <a:spcPct val="15000"/>
            </a:spcAft>
            <a:buChar char="•"/>
          </a:pPr>
          <a:r>
            <a:rPr lang="en-US" sz="1900" kern="1200" dirty="0" err="1"/>
            <a:t>Maybridge</a:t>
          </a:r>
          <a:r>
            <a:rPr lang="en-US" sz="1900" kern="1200" dirty="0"/>
            <a:t> Library</a:t>
          </a:r>
          <a:endParaRPr lang="en-IN" sz="1900" kern="1200" dirty="0"/>
        </a:p>
      </dsp:txBody>
      <dsp:txXfrm>
        <a:off x="3251199" y="3771966"/>
        <a:ext cx="4564261" cy="625077"/>
      </dsp:txXfrm>
    </dsp:sp>
    <dsp:sp modelId="{770C72E4-DDCB-4AD2-9494-5537742148A7}">
      <dsp:nvSpPr>
        <dsp:cNvPr id="0" name=""/>
        <dsp:cNvSpPr/>
      </dsp:nvSpPr>
      <dsp:spPr>
        <a:xfrm>
          <a:off x="0" y="3667786"/>
          <a:ext cx="3251200" cy="83343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Virtual Screening </a:t>
          </a:r>
          <a:endParaRPr lang="en-IN" sz="2300" kern="1200" dirty="0"/>
        </a:p>
      </dsp:txBody>
      <dsp:txXfrm>
        <a:off x="40685" y="3708471"/>
        <a:ext cx="3169830" cy="752067"/>
      </dsp:txXfrm>
    </dsp:sp>
    <dsp:sp modelId="{ADCD1866-0327-436F-A4AF-52955D21711D}">
      <dsp:nvSpPr>
        <dsp:cNvPr id="0" name=""/>
        <dsp:cNvSpPr/>
      </dsp:nvSpPr>
      <dsp:spPr>
        <a:xfrm>
          <a:off x="3251199" y="4584567"/>
          <a:ext cx="4876800" cy="833437"/>
        </a:xfrm>
        <a:prstGeom prst="rightArrow">
          <a:avLst>
            <a:gd name="adj1" fmla="val 75000"/>
            <a:gd name="adj2" fmla="val 5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Schrodinger Maestro </a:t>
          </a:r>
          <a:endParaRPr lang="en-IN" sz="1900" kern="1200" dirty="0"/>
        </a:p>
      </dsp:txBody>
      <dsp:txXfrm>
        <a:off x="3251199" y="4688747"/>
        <a:ext cx="4564261" cy="625077"/>
      </dsp:txXfrm>
    </dsp:sp>
    <dsp:sp modelId="{39C3748E-A080-41E5-BCB6-A0996C06E4F0}">
      <dsp:nvSpPr>
        <dsp:cNvPr id="0" name=""/>
        <dsp:cNvSpPr/>
      </dsp:nvSpPr>
      <dsp:spPr>
        <a:xfrm>
          <a:off x="0" y="4584567"/>
          <a:ext cx="3251200" cy="83343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Molecular Docking</a:t>
          </a:r>
          <a:endParaRPr lang="en-IN" sz="2300" kern="1200" dirty="0"/>
        </a:p>
      </dsp:txBody>
      <dsp:txXfrm>
        <a:off x="40685" y="4625252"/>
        <a:ext cx="3169830" cy="7520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8ADAF2-3DF2-4C9C-B3B6-2C30A28612F9}">
      <dsp:nvSpPr>
        <dsp:cNvPr id="0" name=""/>
        <dsp:cNvSpPr/>
      </dsp:nvSpPr>
      <dsp:spPr>
        <a:xfrm>
          <a:off x="2540" y="268843"/>
          <a:ext cx="2476500" cy="685762"/>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Database Collection and Refinement </a:t>
          </a:r>
          <a:endParaRPr lang="en-IN" sz="1900" kern="1200" dirty="0"/>
        </a:p>
      </dsp:txBody>
      <dsp:txXfrm>
        <a:off x="2540" y="268843"/>
        <a:ext cx="2476500" cy="685762"/>
      </dsp:txXfrm>
    </dsp:sp>
    <dsp:sp modelId="{48EFC2A5-1AC4-4081-BB7E-9388C9A8DE6A}">
      <dsp:nvSpPr>
        <dsp:cNvPr id="0" name=""/>
        <dsp:cNvSpPr/>
      </dsp:nvSpPr>
      <dsp:spPr>
        <a:xfrm>
          <a:off x="2540" y="954605"/>
          <a:ext cx="2476500" cy="4195217"/>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just" defTabSz="844550">
            <a:lnSpc>
              <a:spcPct val="90000"/>
            </a:lnSpc>
            <a:spcBef>
              <a:spcPct val="0"/>
            </a:spcBef>
            <a:spcAft>
              <a:spcPct val="15000"/>
            </a:spcAft>
            <a:buChar char="•"/>
          </a:pPr>
          <a:endParaRPr lang="en-IN" sz="1900" kern="1200" dirty="0"/>
        </a:p>
        <a:p>
          <a:pPr marL="171450" lvl="1" indent="-171450" algn="just" defTabSz="844550">
            <a:lnSpc>
              <a:spcPct val="90000"/>
            </a:lnSpc>
            <a:spcBef>
              <a:spcPct val="0"/>
            </a:spcBef>
            <a:spcAft>
              <a:spcPct val="15000"/>
            </a:spcAft>
            <a:buChar char="•"/>
          </a:pPr>
          <a:r>
            <a:rPr lang="en-US" sz="1900" kern="1200" dirty="0"/>
            <a:t>126 inhibitors were collected from the database</a:t>
          </a:r>
          <a:endParaRPr lang="en-IN" sz="1900" kern="1200" dirty="0"/>
        </a:p>
        <a:p>
          <a:pPr marL="171450" lvl="1" indent="-171450" algn="just" defTabSz="844550">
            <a:lnSpc>
              <a:spcPct val="90000"/>
            </a:lnSpc>
            <a:spcBef>
              <a:spcPct val="0"/>
            </a:spcBef>
            <a:spcAft>
              <a:spcPct val="15000"/>
            </a:spcAft>
            <a:buChar char="•"/>
          </a:pPr>
          <a:r>
            <a:rPr lang="en-US" sz="1900" kern="1200" dirty="0"/>
            <a:t>Refined the data by - </a:t>
          </a:r>
          <a:endParaRPr lang="en-IN" sz="1900" kern="1200" dirty="0"/>
        </a:p>
        <a:p>
          <a:pPr marL="171450" lvl="1" indent="-171450" algn="just" defTabSz="844550">
            <a:lnSpc>
              <a:spcPct val="90000"/>
            </a:lnSpc>
            <a:spcBef>
              <a:spcPct val="0"/>
            </a:spcBef>
            <a:spcAft>
              <a:spcPct val="15000"/>
            </a:spcAft>
            <a:buNone/>
          </a:pPr>
          <a:r>
            <a:rPr lang="en-US" sz="1900" kern="1200" dirty="0"/>
            <a:t>    </a:t>
          </a:r>
          <a:endParaRPr lang="en-IN" sz="1900" kern="1200" dirty="0"/>
        </a:p>
        <a:p>
          <a:pPr marL="171450" lvl="1" indent="-171450" algn="just" defTabSz="844550">
            <a:lnSpc>
              <a:spcPct val="90000"/>
            </a:lnSpc>
            <a:spcBef>
              <a:spcPct val="0"/>
            </a:spcBef>
            <a:spcAft>
              <a:spcPct val="15000"/>
            </a:spcAft>
            <a:buNone/>
          </a:pPr>
          <a:r>
            <a:rPr lang="en-US" sz="1900" kern="1200" dirty="0"/>
            <a:t>Actives &lt; 10,000    nm </a:t>
          </a:r>
          <a:endParaRPr lang="en-IN" sz="1900" kern="1200" dirty="0"/>
        </a:p>
        <a:p>
          <a:pPr marL="171450" lvl="1" indent="-171450" algn="just" defTabSz="844550">
            <a:lnSpc>
              <a:spcPct val="90000"/>
            </a:lnSpc>
            <a:spcBef>
              <a:spcPct val="0"/>
            </a:spcBef>
            <a:spcAft>
              <a:spcPct val="15000"/>
            </a:spcAft>
            <a:buNone/>
          </a:pPr>
          <a:endParaRPr lang="en-IN" sz="1900" kern="1200" dirty="0"/>
        </a:p>
        <a:p>
          <a:pPr marL="171450" lvl="1" indent="-171450" algn="just" defTabSz="844550">
            <a:lnSpc>
              <a:spcPct val="90000"/>
            </a:lnSpc>
            <a:spcBef>
              <a:spcPct val="0"/>
            </a:spcBef>
            <a:spcAft>
              <a:spcPct val="15000"/>
            </a:spcAft>
            <a:buNone/>
          </a:pPr>
          <a:r>
            <a:rPr lang="en-US" sz="1900" kern="1200" dirty="0" err="1"/>
            <a:t>Inactives</a:t>
          </a:r>
          <a:r>
            <a:rPr lang="en-US" sz="1900" kern="1200" dirty="0"/>
            <a:t> &gt; 500,000 nm </a:t>
          </a:r>
          <a:endParaRPr lang="en-IN" sz="1900" kern="1200" dirty="0"/>
        </a:p>
        <a:p>
          <a:pPr marL="171450" lvl="1" indent="-171450" algn="just" defTabSz="844550">
            <a:lnSpc>
              <a:spcPct val="90000"/>
            </a:lnSpc>
            <a:spcBef>
              <a:spcPct val="0"/>
            </a:spcBef>
            <a:spcAft>
              <a:spcPct val="15000"/>
            </a:spcAft>
            <a:buNone/>
          </a:pPr>
          <a:endParaRPr lang="en-IN" sz="1900" kern="1200" dirty="0"/>
        </a:p>
        <a:p>
          <a:pPr marL="171450" lvl="1" indent="-171450" algn="just" defTabSz="844550">
            <a:lnSpc>
              <a:spcPct val="90000"/>
            </a:lnSpc>
            <a:spcBef>
              <a:spcPct val="0"/>
            </a:spcBef>
            <a:spcAft>
              <a:spcPct val="15000"/>
            </a:spcAft>
            <a:buNone/>
          </a:pPr>
          <a:r>
            <a:rPr lang="en-US" sz="1900" kern="1200" dirty="0"/>
            <a:t>79 actives and 3 </a:t>
          </a:r>
          <a:r>
            <a:rPr lang="en-US" sz="1900" kern="1200" dirty="0" err="1"/>
            <a:t>inactives</a:t>
          </a:r>
          <a:r>
            <a:rPr lang="en-US" sz="1900" kern="1200" dirty="0"/>
            <a:t> obtained </a:t>
          </a:r>
          <a:endParaRPr lang="en-IN" sz="1900" kern="1200" dirty="0"/>
        </a:p>
      </dsp:txBody>
      <dsp:txXfrm>
        <a:off x="2540" y="954605"/>
        <a:ext cx="2476500" cy="4195217"/>
      </dsp:txXfrm>
    </dsp:sp>
    <dsp:sp modelId="{15A5465D-1634-4743-B759-FF50E116DEDB}">
      <dsp:nvSpPr>
        <dsp:cNvPr id="0" name=""/>
        <dsp:cNvSpPr/>
      </dsp:nvSpPr>
      <dsp:spPr>
        <a:xfrm>
          <a:off x="2825750" y="268843"/>
          <a:ext cx="2476500" cy="685762"/>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Inactive generation</a:t>
          </a:r>
          <a:endParaRPr lang="en-IN" sz="1900" kern="1200" dirty="0"/>
        </a:p>
      </dsp:txBody>
      <dsp:txXfrm>
        <a:off x="2825750" y="268843"/>
        <a:ext cx="2476500" cy="685762"/>
      </dsp:txXfrm>
    </dsp:sp>
    <dsp:sp modelId="{52950754-D7BF-4F38-BD54-4263EB4C6FB1}">
      <dsp:nvSpPr>
        <dsp:cNvPr id="0" name=""/>
        <dsp:cNvSpPr/>
      </dsp:nvSpPr>
      <dsp:spPr>
        <a:xfrm>
          <a:off x="2825750" y="954605"/>
          <a:ext cx="2476500" cy="4195217"/>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IN" sz="1900" kern="1200" dirty="0"/>
        </a:p>
        <a:p>
          <a:pPr marL="171450" lvl="1" indent="-171450" algn="l" defTabSz="844550">
            <a:lnSpc>
              <a:spcPct val="90000"/>
            </a:lnSpc>
            <a:spcBef>
              <a:spcPct val="0"/>
            </a:spcBef>
            <a:spcAft>
              <a:spcPct val="15000"/>
            </a:spcAft>
            <a:buChar char="•"/>
          </a:pPr>
          <a:endParaRPr lang="en-IN" sz="1900" kern="1200" dirty="0"/>
        </a:p>
        <a:p>
          <a:pPr marL="171450" lvl="1" indent="-171450" algn="l" defTabSz="844550">
            <a:lnSpc>
              <a:spcPct val="90000"/>
            </a:lnSpc>
            <a:spcBef>
              <a:spcPct val="0"/>
            </a:spcBef>
            <a:spcAft>
              <a:spcPct val="15000"/>
            </a:spcAft>
            <a:buChar char="•"/>
          </a:pPr>
          <a:r>
            <a:rPr lang="en-US" sz="1900" kern="1200" dirty="0"/>
            <a:t>Explored DUD.E database</a:t>
          </a:r>
          <a:endParaRPr lang="en-IN" sz="1900" kern="1200" dirty="0"/>
        </a:p>
        <a:p>
          <a:pPr marL="171450" lvl="1" indent="-171450" algn="l" defTabSz="844550">
            <a:lnSpc>
              <a:spcPct val="90000"/>
            </a:lnSpc>
            <a:spcBef>
              <a:spcPct val="0"/>
            </a:spcBef>
            <a:spcAft>
              <a:spcPct val="15000"/>
            </a:spcAft>
            <a:buChar char="•"/>
          </a:pPr>
          <a:endParaRPr lang="en-IN" sz="1900" kern="1200" dirty="0"/>
        </a:p>
        <a:p>
          <a:pPr marL="171450" lvl="1" indent="-171450" algn="l" defTabSz="844550">
            <a:lnSpc>
              <a:spcPct val="90000"/>
            </a:lnSpc>
            <a:spcBef>
              <a:spcPct val="0"/>
            </a:spcBef>
            <a:spcAft>
              <a:spcPct val="15000"/>
            </a:spcAft>
            <a:buChar char="•"/>
          </a:pPr>
          <a:r>
            <a:rPr lang="en-US" sz="1900" kern="1200" dirty="0"/>
            <a:t>240 </a:t>
          </a:r>
          <a:r>
            <a:rPr lang="en-US" sz="1900" kern="1200" dirty="0" err="1"/>
            <a:t>inactives</a:t>
          </a:r>
          <a:r>
            <a:rPr lang="en-US" sz="1900" kern="1200" dirty="0"/>
            <a:t> generated </a:t>
          </a:r>
          <a:endParaRPr lang="en-IN" sz="1900" kern="1200" dirty="0"/>
        </a:p>
      </dsp:txBody>
      <dsp:txXfrm>
        <a:off x="2825750" y="954605"/>
        <a:ext cx="2476500" cy="4195217"/>
      </dsp:txXfrm>
    </dsp:sp>
    <dsp:sp modelId="{12D15919-A702-463C-9264-5363895A50ED}">
      <dsp:nvSpPr>
        <dsp:cNvPr id="0" name=""/>
        <dsp:cNvSpPr/>
      </dsp:nvSpPr>
      <dsp:spPr>
        <a:xfrm>
          <a:off x="5648960" y="268843"/>
          <a:ext cx="2476500" cy="685762"/>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Complete dataset</a:t>
          </a:r>
          <a:endParaRPr lang="en-IN" sz="1900" kern="1200" dirty="0"/>
        </a:p>
      </dsp:txBody>
      <dsp:txXfrm>
        <a:off x="5648960" y="268843"/>
        <a:ext cx="2476500" cy="685762"/>
      </dsp:txXfrm>
    </dsp:sp>
    <dsp:sp modelId="{90C63FC6-7FAC-4362-885D-31495DCD2358}">
      <dsp:nvSpPr>
        <dsp:cNvPr id="0" name=""/>
        <dsp:cNvSpPr/>
      </dsp:nvSpPr>
      <dsp:spPr>
        <a:xfrm>
          <a:off x="5648960" y="954605"/>
          <a:ext cx="2476500" cy="4195217"/>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IN" sz="1900" kern="1200" dirty="0"/>
        </a:p>
        <a:p>
          <a:pPr marL="171450" lvl="1" indent="-171450" algn="l" defTabSz="844550">
            <a:lnSpc>
              <a:spcPct val="90000"/>
            </a:lnSpc>
            <a:spcBef>
              <a:spcPct val="0"/>
            </a:spcBef>
            <a:spcAft>
              <a:spcPct val="15000"/>
            </a:spcAft>
            <a:buChar char="•"/>
          </a:pPr>
          <a:r>
            <a:rPr lang="en-US" sz="1900" kern="1200" dirty="0"/>
            <a:t>Descriptors – MACCS fingerprint</a:t>
          </a:r>
          <a:endParaRPr lang="en-IN" sz="1900" kern="1200" dirty="0"/>
        </a:p>
        <a:p>
          <a:pPr marL="171450" lvl="1" indent="-171450" algn="l" defTabSz="844550">
            <a:lnSpc>
              <a:spcPct val="90000"/>
            </a:lnSpc>
            <a:spcBef>
              <a:spcPct val="0"/>
            </a:spcBef>
            <a:spcAft>
              <a:spcPct val="15000"/>
            </a:spcAft>
            <a:buChar char="•"/>
          </a:pPr>
          <a:endParaRPr lang="en-IN" sz="1900" kern="1200" dirty="0"/>
        </a:p>
        <a:p>
          <a:pPr marL="171450" lvl="1" indent="-171450" algn="l" defTabSz="844550">
            <a:lnSpc>
              <a:spcPct val="90000"/>
            </a:lnSpc>
            <a:spcBef>
              <a:spcPct val="0"/>
            </a:spcBef>
            <a:spcAft>
              <a:spcPct val="15000"/>
            </a:spcAft>
            <a:buChar char="•"/>
          </a:pPr>
          <a:r>
            <a:rPr lang="en-US" sz="1900" kern="1200" dirty="0"/>
            <a:t>Dataset -</a:t>
          </a:r>
          <a:endParaRPr lang="en-IN" sz="1900" kern="1200" dirty="0"/>
        </a:p>
        <a:p>
          <a:pPr marL="171450" lvl="1" indent="-171450" algn="l" defTabSz="844550">
            <a:lnSpc>
              <a:spcPct val="90000"/>
            </a:lnSpc>
            <a:spcBef>
              <a:spcPct val="0"/>
            </a:spcBef>
            <a:spcAft>
              <a:spcPct val="15000"/>
            </a:spcAft>
            <a:buChar char="•"/>
          </a:pPr>
          <a:endParaRPr lang="en-IN" sz="1900" kern="1200" dirty="0"/>
        </a:p>
        <a:p>
          <a:pPr marL="171450" lvl="1" indent="-171450" algn="l" defTabSz="844550">
            <a:lnSpc>
              <a:spcPct val="90000"/>
            </a:lnSpc>
            <a:spcBef>
              <a:spcPct val="0"/>
            </a:spcBef>
            <a:spcAft>
              <a:spcPct val="15000"/>
            </a:spcAft>
            <a:buNone/>
          </a:pPr>
          <a:r>
            <a:rPr lang="en-US" sz="1900" kern="1200" dirty="0"/>
            <a:t>80% Training set - </a:t>
          </a:r>
          <a:endParaRPr lang="en-IN" sz="1900" kern="1200" dirty="0"/>
        </a:p>
        <a:p>
          <a:pPr marL="171450" lvl="1" indent="-171450" algn="l" defTabSz="844550">
            <a:lnSpc>
              <a:spcPct val="90000"/>
            </a:lnSpc>
            <a:spcBef>
              <a:spcPct val="0"/>
            </a:spcBef>
            <a:spcAft>
              <a:spcPct val="15000"/>
            </a:spcAft>
            <a:buNone/>
          </a:pPr>
          <a:r>
            <a:rPr lang="en-US" sz="1900" kern="1200" dirty="0"/>
            <a:t>Actives – 64</a:t>
          </a:r>
          <a:endParaRPr lang="en-IN" sz="1900" kern="1200" dirty="0"/>
        </a:p>
        <a:p>
          <a:pPr marL="171450" lvl="1" indent="-171450" algn="l" defTabSz="844550">
            <a:lnSpc>
              <a:spcPct val="90000"/>
            </a:lnSpc>
            <a:spcBef>
              <a:spcPct val="0"/>
            </a:spcBef>
            <a:spcAft>
              <a:spcPct val="15000"/>
            </a:spcAft>
            <a:buNone/>
          </a:pPr>
          <a:r>
            <a:rPr lang="en-US" sz="1900" kern="1200" dirty="0" err="1"/>
            <a:t>Inactives</a:t>
          </a:r>
          <a:r>
            <a:rPr lang="en-US" sz="1900" kern="1200" dirty="0"/>
            <a:t> – 192</a:t>
          </a:r>
          <a:endParaRPr lang="en-IN" sz="1900" kern="1200" dirty="0"/>
        </a:p>
        <a:p>
          <a:pPr marL="171450" lvl="1" indent="-171450" algn="l" defTabSz="844550">
            <a:lnSpc>
              <a:spcPct val="90000"/>
            </a:lnSpc>
            <a:spcBef>
              <a:spcPct val="0"/>
            </a:spcBef>
            <a:spcAft>
              <a:spcPct val="15000"/>
            </a:spcAft>
            <a:buNone/>
          </a:pPr>
          <a:endParaRPr lang="en-IN" sz="1900" kern="1200" dirty="0"/>
        </a:p>
        <a:p>
          <a:pPr marL="171450" lvl="1" indent="-171450" algn="l" defTabSz="844550">
            <a:lnSpc>
              <a:spcPct val="90000"/>
            </a:lnSpc>
            <a:spcBef>
              <a:spcPct val="0"/>
            </a:spcBef>
            <a:spcAft>
              <a:spcPct val="15000"/>
            </a:spcAft>
            <a:buNone/>
          </a:pPr>
          <a:r>
            <a:rPr lang="en-US" sz="1900" kern="1200" dirty="0"/>
            <a:t>20 % Test set - </a:t>
          </a:r>
          <a:endParaRPr lang="en-IN" sz="1900" kern="1200" dirty="0"/>
        </a:p>
        <a:p>
          <a:pPr marL="171450" lvl="1" indent="-171450" algn="l" defTabSz="844550">
            <a:lnSpc>
              <a:spcPct val="90000"/>
            </a:lnSpc>
            <a:spcBef>
              <a:spcPct val="0"/>
            </a:spcBef>
            <a:spcAft>
              <a:spcPct val="15000"/>
            </a:spcAft>
            <a:buNone/>
          </a:pPr>
          <a:r>
            <a:rPr lang="en-US" sz="1900" kern="1200" dirty="0"/>
            <a:t>Actives – 15</a:t>
          </a:r>
          <a:endParaRPr lang="en-IN" sz="1900" kern="1200" dirty="0"/>
        </a:p>
        <a:p>
          <a:pPr marL="171450" lvl="1" indent="-171450" algn="l" defTabSz="844550">
            <a:lnSpc>
              <a:spcPct val="90000"/>
            </a:lnSpc>
            <a:spcBef>
              <a:spcPct val="0"/>
            </a:spcBef>
            <a:spcAft>
              <a:spcPct val="15000"/>
            </a:spcAft>
            <a:buNone/>
          </a:pPr>
          <a:r>
            <a:rPr lang="en-US" sz="1900" kern="1200" dirty="0" err="1"/>
            <a:t>Inactives</a:t>
          </a:r>
          <a:r>
            <a:rPr lang="en-US" sz="1900" kern="1200" dirty="0"/>
            <a:t> - 47</a:t>
          </a:r>
          <a:endParaRPr lang="en-IN" sz="1900" kern="1200" dirty="0"/>
        </a:p>
      </dsp:txBody>
      <dsp:txXfrm>
        <a:off x="5648960" y="954605"/>
        <a:ext cx="2476500" cy="4195217"/>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8B32F2-BFAE-4AEA-8D6C-67FE17E31888}" type="datetimeFigureOut">
              <a:rPr lang="en-IN" smtClean="0"/>
              <a:t>30-09-2021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5A2F56-36E5-4B74-81BC-A63F460D933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980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B32F2-BFAE-4AEA-8D6C-67FE17E31888}" type="datetimeFigureOut">
              <a:rPr lang="en-IN" smtClean="0"/>
              <a:t>30-09-2021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5A2F56-36E5-4B74-81BC-A63F460D9337}" type="slidenum">
              <a:rPr lang="en-IN" smtClean="0"/>
              <a:t>‹#›</a:t>
            </a:fld>
            <a:endParaRPr lang="en-IN"/>
          </a:p>
        </p:txBody>
      </p:sp>
    </p:spTree>
    <p:extLst>
      <p:ext uri="{BB962C8B-B14F-4D97-AF65-F5344CB8AC3E}">
        <p14:creationId xmlns:p14="http://schemas.microsoft.com/office/powerpoint/2010/main" val="3378306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8B32F2-BFAE-4AEA-8D6C-67FE17E31888}" type="datetimeFigureOut">
              <a:rPr lang="en-IN" smtClean="0"/>
              <a:t>30-09-2021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5A2F56-36E5-4B74-81BC-A63F460D933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9091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8B32F2-BFAE-4AEA-8D6C-67FE17E31888}" type="datetimeFigureOut">
              <a:rPr lang="en-IN" smtClean="0"/>
              <a:t>30-09-2021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5A2F56-36E5-4B74-81BC-A63F460D9337}" type="slidenum">
              <a:rPr lang="en-IN" smtClean="0"/>
              <a:t>‹#›</a:t>
            </a:fld>
            <a:endParaRPr lang="en-IN"/>
          </a:p>
        </p:txBody>
      </p:sp>
    </p:spTree>
    <p:extLst>
      <p:ext uri="{BB962C8B-B14F-4D97-AF65-F5344CB8AC3E}">
        <p14:creationId xmlns:p14="http://schemas.microsoft.com/office/powerpoint/2010/main" val="287861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8B32F2-BFAE-4AEA-8D6C-67FE17E31888}" type="datetimeFigureOut">
              <a:rPr lang="en-IN" smtClean="0"/>
              <a:t>30-09-2021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5A2F56-36E5-4B74-81BC-A63F460D9337}" type="slidenum">
              <a:rPr lang="en-IN" smtClean="0"/>
              <a:t>‹#›</a:t>
            </a:fld>
            <a:endParaRPr lang="en-IN"/>
          </a:p>
        </p:txBody>
      </p:sp>
    </p:spTree>
    <p:extLst>
      <p:ext uri="{BB962C8B-B14F-4D97-AF65-F5344CB8AC3E}">
        <p14:creationId xmlns:p14="http://schemas.microsoft.com/office/powerpoint/2010/main" val="1408064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8B32F2-BFAE-4AEA-8D6C-67FE17E31888}" type="datetimeFigureOut">
              <a:rPr lang="en-IN" smtClean="0"/>
              <a:t>30-09-2021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5A2F56-36E5-4B74-81BC-A63F460D9337}" type="slidenum">
              <a:rPr lang="en-IN" smtClean="0"/>
              <a:t>‹#›</a:t>
            </a:fld>
            <a:endParaRPr lang="en-IN"/>
          </a:p>
        </p:txBody>
      </p:sp>
    </p:spTree>
    <p:extLst>
      <p:ext uri="{BB962C8B-B14F-4D97-AF65-F5344CB8AC3E}">
        <p14:creationId xmlns:p14="http://schemas.microsoft.com/office/powerpoint/2010/main" val="2902580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28B32F2-BFAE-4AEA-8D6C-67FE17E31888}" type="datetimeFigureOut">
              <a:rPr lang="en-IN" smtClean="0"/>
              <a:t>30-09-2021</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395A2F56-36E5-4B74-81BC-A63F460D9337}" type="slidenum">
              <a:rPr lang="en-IN" smtClean="0"/>
              <a:t>‹#›</a:t>
            </a:fld>
            <a:endParaRPr lang="en-IN"/>
          </a:p>
        </p:txBody>
      </p:sp>
    </p:spTree>
    <p:extLst>
      <p:ext uri="{BB962C8B-B14F-4D97-AF65-F5344CB8AC3E}">
        <p14:creationId xmlns:p14="http://schemas.microsoft.com/office/powerpoint/2010/main" val="1797642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28B32F2-BFAE-4AEA-8D6C-67FE17E31888}" type="datetimeFigureOut">
              <a:rPr lang="en-IN" smtClean="0"/>
              <a:t>30-09-2021</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95A2F56-36E5-4B74-81BC-A63F460D9337}" type="slidenum">
              <a:rPr lang="en-IN" smtClean="0"/>
              <a:t>‹#›</a:t>
            </a:fld>
            <a:endParaRPr lang="en-IN"/>
          </a:p>
        </p:txBody>
      </p:sp>
    </p:spTree>
    <p:extLst>
      <p:ext uri="{BB962C8B-B14F-4D97-AF65-F5344CB8AC3E}">
        <p14:creationId xmlns:p14="http://schemas.microsoft.com/office/powerpoint/2010/main" val="3575449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8B32F2-BFAE-4AEA-8D6C-67FE17E31888}" type="datetimeFigureOut">
              <a:rPr lang="en-IN" smtClean="0"/>
              <a:t>30-09-2021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5A2F56-36E5-4B74-81BC-A63F460D9337}" type="slidenum">
              <a:rPr lang="en-IN" smtClean="0"/>
              <a:t>‹#›</a:t>
            </a:fld>
            <a:endParaRPr lang="en-IN"/>
          </a:p>
        </p:txBody>
      </p:sp>
    </p:spTree>
    <p:extLst>
      <p:ext uri="{BB962C8B-B14F-4D97-AF65-F5344CB8AC3E}">
        <p14:creationId xmlns:p14="http://schemas.microsoft.com/office/powerpoint/2010/main" val="215079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B32F2-BFAE-4AEA-8D6C-67FE17E31888}" type="datetimeFigureOut">
              <a:rPr lang="en-IN" smtClean="0"/>
              <a:t>30-09-2021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5A2F56-36E5-4B74-81BC-A63F460D9337}" type="slidenum">
              <a:rPr lang="en-IN" smtClean="0"/>
              <a:t>‹#›</a:t>
            </a:fld>
            <a:endParaRPr lang="en-IN"/>
          </a:p>
        </p:txBody>
      </p:sp>
    </p:spTree>
    <p:extLst>
      <p:ext uri="{BB962C8B-B14F-4D97-AF65-F5344CB8AC3E}">
        <p14:creationId xmlns:p14="http://schemas.microsoft.com/office/powerpoint/2010/main" val="883224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B32F2-BFAE-4AEA-8D6C-67FE17E31888}" type="datetimeFigureOut">
              <a:rPr lang="en-IN" smtClean="0"/>
              <a:t>30-09-2021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5A2F56-36E5-4B74-81BC-A63F460D9337}" type="slidenum">
              <a:rPr lang="en-IN" smtClean="0"/>
              <a:t>‹#›</a:t>
            </a:fld>
            <a:endParaRPr lang="en-IN"/>
          </a:p>
        </p:txBody>
      </p:sp>
    </p:spTree>
    <p:extLst>
      <p:ext uri="{BB962C8B-B14F-4D97-AF65-F5344CB8AC3E}">
        <p14:creationId xmlns:p14="http://schemas.microsoft.com/office/powerpoint/2010/main" val="1244195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28B32F2-BFAE-4AEA-8D6C-67FE17E31888}" type="datetimeFigureOut">
              <a:rPr lang="en-IN" smtClean="0"/>
              <a:t>30-09-2021</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95A2F56-36E5-4B74-81BC-A63F460D933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1776383"/>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who.int/topics/infectious%20diseases/en/" TargetMode="External"/><Relationship Id="rId7" Type="http://schemas.openxmlformats.org/officeDocument/2006/relationships/hyperlink" Target="https://www.who.int/tb/global-report-2019" TargetMode="External"/><Relationship Id="rId2" Type="http://schemas.openxmlformats.org/officeDocument/2006/relationships/hyperlink" Target="https://www.healio.com/news/infectious-disease/20200506/covid19-will-set-fight-against-tb-back-at-least-5-years" TargetMode="External"/><Relationship Id="rId1" Type="http://schemas.openxmlformats.org/officeDocument/2006/relationships/slideLayout" Target="../slideLayouts/slideLayout7.xml"/><Relationship Id="rId6" Type="http://schemas.openxmlformats.org/officeDocument/2006/relationships/hyperlink" Target="https://www.cdc.gov/tb/topic/basics/signsandsymptoms.htm" TargetMode="External"/><Relationship Id="rId5" Type="http://schemas.openxmlformats.org/officeDocument/2006/relationships/hyperlink" Target="https://www.cdc.gov/tb/statistics/default.htm" TargetMode="External"/><Relationship Id="rId4" Type="http://schemas.openxmlformats.org/officeDocument/2006/relationships/hyperlink" Target="https://health.ri.gov/diseases/tuberculosis/?parm=102"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cdc.gov/tb/worldtbday/history.htm" TargetMode="External"/><Relationship Id="rId2" Type="http://schemas.openxmlformats.org/officeDocument/2006/relationships/hyperlink" Target="https://www.sciencealert.com/a-new-tuberculosis-vaccine-delivery-method-just-proved-more-powerful-in-monkeys" TargetMode="External"/><Relationship Id="rId1" Type="http://schemas.openxmlformats.org/officeDocument/2006/relationships/slideLayout" Target="../slideLayouts/slideLayout7.xml"/><Relationship Id="rId6" Type="http://schemas.openxmlformats.org/officeDocument/2006/relationships/hyperlink" Target="https://sites.google.com/site/mycobacteriumtbstudy/home/life-cycle-of-organism" TargetMode="External"/><Relationship Id="rId5" Type="http://schemas.openxmlformats.org/officeDocument/2006/relationships/hyperlink" Target="https://www.niaid.nih.gov/diseases-conditions/tbdrugs" TargetMode="External"/><Relationship Id="rId4" Type="http://schemas.openxmlformats.org/officeDocument/2006/relationships/hyperlink" Target="https://www.cdc.gov/tb/topic/treatment/tbdisease.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DBCD21-8E3F-4D4F-B1BF-828B660DCCF3}"/>
              </a:ext>
            </a:extLst>
          </p:cNvPr>
          <p:cNvPicPr/>
          <p:nvPr/>
        </p:nvPicPr>
        <p:blipFill>
          <a:blip r:embed="rId2">
            <a:lum/>
            <a:alphaModFix/>
          </a:blip>
          <a:srcRect/>
          <a:stretch>
            <a:fillRect/>
          </a:stretch>
        </p:blipFill>
        <p:spPr>
          <a:xfrm>
            <a:off x="651030" y="474659"/>
            <a:ext cx="1809115" cy="1771527"/>
          </a:xfrm>
          <a:prstGeom prst="rect">
            <a:avLst/>
          </a:prstGeom>
          <a:noFill/>
          <a:ln>
            <a:noFill/>
            <a:prstDash/>
          </a:ln>
        </p:spPr>
      </p:pic>
      <p:sp>
        <p:nvSpPr>
          <p:cNvPr id="5" name="TextBox 4">
            <a:extLst>
              <a:ext uri="{FF2B5EF4-FFF2-40B4-BE49-F238E27FC236}">
                <a16:creationId xmlns:a16="http://schemas.microsoft.com/office/drawing/2014/main" id="{6BA48015-71C4-4416-9E1A-ABEEBC1573D5}"/>
              </a:ext>
            </a:extLst>
          </p:cNvPr>
          <p:cNvSpPr txBox="1"/>
          <p:nvPr/>
        </p:nvSpPr>
        <p:spPr>
          <a:xfrm>
            <a:off x="2528440" y="2390312"/>
            <a:ext cx="6697686" cy="1477328"/>
          </a:xfrm>
          <a:prstGeom prst="rect">
            <a:avLst/>
          </a:prstGeom>
          <a:noFill/>
        </p:spPr>
        <p:txBody>
          <a:bodyPr wrap="square" rtlCol="0">
            <a:spAutoFit/>
          </a:bodyPr>
          <a:lstStyle/>
          <a:p>
            <a:pPr algn="ctr"/>
            <a:endParaRPr lang="en-IN" b="1" dirty="0">
              <a:latin typeface="Avenir Next LT Pro Light" panose="020B0304020202020204" pitchFamily="34" charset="0"/>
            </a:endParaRPr>
          </a:p>
          <a:p>
            <a:pPr algn="ctr"/>
            <a:r>
              <a:rPr lang="en-IN" b="1" dirty="0">
                <a:latin typeface="Avenir Next LT Pro Light" panose="020B0304020202020204" pitchFamily="34" charset="0"/>
              </a:rPr>
              <a:t>Computational Studies in Identifying Potential Inhibitors of Pantothenate Synthetase including Machine learning and Molecular Docking approaches.</a:t>
            </a:r>
          </a:p>
          <a:p>
            <a:endParaRPr lang="en-IN" dirty="0"/>
          </a:p>
        </p:txBody>
      </p:sp>
      <p:pic>
        <p:nvPicPr>
          <p:cNvPr id="6" name="image2.jpeg">
            <a:extLst>
              <a:ext uri="{FF2B5EF4-FFF2-40B4-BE49-F238E27FC236}">
                <a16:creationId xmlns:a16="http://schemas.microsoft.com/office/drawing/2014/main" id="{70C97E0D-DB9D-42B8-B137-AFE6F957F334}"/>
              </a:ext>
            </a:extLst>
          </p:cNvPr>
          <p:cNvPicPr/>
          <p:nvPr/>
        </p:nvPicPr>
        <p:blipFill>
          <a:blip r:embed="rId3">
            <a:lum/>
            <a:alphaModFix/>
          </a:blip>
          <a:srcRect/>
          <a:stretch>
            <a:fillRect/>
          </a:stretch>
        </p:blipFill>
        <p:spPr>
          <a:xfrm>
            <a:off x="9028589" y="474659"/>
            <a:ext cx="2512381" cy="1771527"/>
          </a:xfrm>
          <a:prstGeom prst="rect">
            <a:avLst/>
          </a:prstGeom>
          <a:noFill/>
          <a:ln>
            <a:noFill/>
            <a:prstDash/>
          </a:ln>
        </p:spPr>
      </p:pic>
      <p:sp>
        <p:nvSpPr>
          <p:cNvPr id="7" name="TextBox 6">
            <a:extLst>
              <a:ext uri="{FF2B5EF4-FFF2-40B4-BE49-F238E27FC236}">
                <a16:creationId xmlns:a16="http://schemas.microsoft.com/office/drawing/2014/main" id="{7E05BC9C-F328-4FD6-BA0C-1D66F3C4231F}"/>
              </a:ext>
            </a:extLst>
          </p:cNvPr>
          <p:cNvSpPr txBox="1"/>
          <p:nvPr/>
        </p:nvSpPr>
        <p:spPr>
          <a:xfrm>
            <a:off x="3663518" y="4467688"/>
            <a:ext cx="4864963" cy="1477328"/>
          </a:xfrm>
          <a:prstGeom prst="rect">
            <a:avLst/>
          </a:prstGeom>
          <a:noFill/>
        </p:spPr>
        <p:txBody>
          <a:bodyPr wrap="square" rtlCol="0">
            <a:spAutoFit/>
          </a:bodyPr>
          <a:lstStyle/>
          <a:p>
            <a:pPr algn="ctr"/>
            <a:r>
              <a:rPr lang="en-US" dirty="0"/>
              <a:t>Presented by –    Agrani Sinha (14501009)</a:t>
            </a:r>
          </a:p>
          <a:p>
            <a:pPr algn="ctr"/>
            <a:endParaRPr lang="en-US" dirty="0"/>
          </a:p>
          <a:p>
            <a:pPr algn="ctr"/>
            <a:r>
              <a:rPr lang="en-US" dirty="0"/>
              <a:t>Mentor – Dr. Imran </a:t>
            </a:r>
            <a:r>
              <a:rPr lang="en-US" dirty="0" err="1"/>
              <a:t>Siddqi</a:t>
            </a:r>
            <a:endParaRPr lang="en-US" dirty="0"/>
          </a:p>
          <a:p>
            <a:pPr algn="ctr"/>
            <a:endParaRPr lang="en-US" dirty="0"/>
          </a:p>
          <a:p>
            <a:pPr algn="ctr"/>
            <a:r>
              <a:rPr lang="en-US" dirty="0"/>
              <a:t>Supervised by -   Dr. Sudha Srivastava</a:t>
            </a:r>
            <a:endParaRPr lang="en-IN" dirty="0"/>
          </a:p>
        </p:txBody>
      </p:sp>
      <p:sp>
        <p:nvSpPr>
          <p:cNvPr id="8" name="TextBox 7">
            <a:extLst>
              <a:ext uri="{FF2B5EF4-FFF2-40B4-BE49-F238E27FC236}">
                <a16:creationId xmlns:a16="http://schemas.microsoft.com/office/drawing/2014/main" id="{A4BD6393-A10E-4DD8-BA6E-D756CC049111}"/>
              </a:ext>
            </a:extLst>
          </p:cNvPr>
          <p:cNvSpPr txBox="1"/>
          <p:nvPr/>
        </p:nvSpPr>
        <p:spPr>
          <a:xfrm flipH="1">
            <a:off x="4133486" y="1200797"/>
            <a:ext cx="3487594" cy="461665"/>
          </a:xfrm>
          <a:prstGeom prst="rect">
            <a:avLst/>
          </a:prstGeom>
          <a:noFill/>
        </p:spPr>
        <p:txBody>
          <a:bodyPr wrap="square" rtlCol="0">
            <a:spAutoFit/>
          </a:bodyPr>
          <a:lstStyle/>
          <a:p>
            <a:pPr algn="ctr"/>
            <a:r>
              <a:rPr lang="en-US" sz="2400" b="1" u="sng" dirty="0"/>
              <a:t>DISSERTATION</a:t>
            </a:r>
            <a:endParaRPr lang="en-IN" sz="2400" b="1" u="sng" dirty="0"/>
          </a:p>
        </p:txBody>
      </p:sp>
    </p:spTree>
    <p:extLst>
      <p:ext uri="{BB962C8B-B14F-4D97-AF65-F5344CB8AC3E}">
        <p14:creationId xmlns:p14="http://schemas.microsoft.com/office/powerpoint/2010/main" val="576350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67C8E6-9B38-4A4A-A2CC-3ECE0BC45F17}"/>
              </a:ext>
            </a:extLst>
          </p:cNvPr>
          <p:cNvSpPr txBox="1"/>
          <p:nvPr/>
        </p:nvSpPr>
        <p:spPr>
          <a:xfrm>
            <a:off x="4663780" y="2525243"/>
            <a:ext cx="2864439" cy="461665"/>
          </a:xfrm>
          <a:prstGeom prst="rect">
            <a:avLst/>
          </a:prstGeom>
          <a:noFill/>
        </p:spPr>
        <p:txBody>
          <a:bodyPr wrap="none" rtlCol="0">
            <a:spAutoFit/>
          </a:bodyPr>
          <a:lstStyle/>
          <a:p>
            <a:r>
              <a:rPr lang="en-US" sz="2400" dirty="0">
                <a:latin typeface="Arial Black" panose="020B0A04020102020204" pitchFamily="34" charset="0"/>
              </a:rPr>
              <a:t>INTRODUCTION</a:t>
            </a:r>
            <a:endParaRPr lang="en-IN" sz="2400" dirty="0">
              <a:latin typeface="Arial Black" panose="020B0A04020102020204" pitchFamily="34" charset="0"/>
            </a:endParaRPr>
          </a:p>
        </p:txBody>
      </p:sp>
    </p:spTree>
    <p:extLst>
      <p:ext uri="{BB962C8B-B14F-4D97-AF65-F5344CB8AC3E}">
        <p14:creationId xmlns:p14="http://schemas.microsoft.com/office/powerpoint/2010/main" val="1523982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8D30895-BB10-4349-8C28-0B7755952644}"/>
              </a:ext>
            </a:extLst>
          </p:cNvPr>
          <p:cNvSpPr txBox="1"/>
          <p:nvPr/>
        </p:nvSpPr>
        <p:spPr>
          <a:xfrm>
            <a:off x="2843813" y="177554"/>
            <a:ext cx="6504373"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Tuberculosis: An overview</a:t>
            </a:r>
            <a:endParaRPr lang="en-IN" sz="2800" b="1" u="sng"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79B7791-1EF5-4120-A186-5E1BDD9FBC7D}"/>
              </a:ext>
            </a:extLst>
          </p:cNvPr>
          <p:cNvSpPr/>
          <p:nvPr/>
        </p:nvSpPr>
        <p:spPr>
          <a:xfrm>
            <a:off x="366943" y="1310675"/>
            <a:ext cx="6096000" cy="3970318"/>
          </a:xfrm>
          <a:prstGeom prst="rect">
            <a:avLst/>
          </a:prstGeom>
        </p:spPr>
        <p:txBody>
          <a:bodyPr>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Tuberculosis or TB, as it’s commonly called is a contagious infection that usually attacks your lungs. It can spread to other parts of your body, like your Brain and Spine. A type of bacteria called </a:t>
            </a:r>
            <a:r>
              <a:rPr lang="en-US" i="1" dirty="0">
                <a:latin typeface="Times New Roman" panose="02020603050405020304" pitchFamily="18" charset="0"/>
                <a:cs typeface="Times New Roman" panose="02020603050405020304" pitchFamily="18" charset="0"/>
              </a:rPr>
              <a:t>Mycobacterium tuberculosis </a:t>
            </a:r>
            <a:r>
              <a:rPr lang="en-US" dirty="0">
                <a:latin typeface="Times New Roman" panose="02020603050405020304" pitchFamily="18" charset="0"/>
                <a:cs typeface="Times New Roman" panose="02020603050405020304" pitchFamily="18" charset="0"/>
              </a:rPr>
              <a:t>causes it.</a:t>
            </a: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Types of TB:</a:t>
            </a: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Latent TB</a:t>
            </a:r>
          </a:p>
          <a:p>
            <a:pPr marL="742950" lvl="1"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Active TB</a:t>
            </a:r>
          </a:p>
          <a:p>
            <a:pPr marL="742950" lvl="1"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t>In terms of resistance to the drugs it is of two types:</a:t>
            </a:r>
          </a:p>
          <a:p>
            <a:pPr marL="285750" indent="-285750">
              <a:buFont typeface="Wingdings" panose="05000000000000000000" pitchFamily="2" charset="2"/>
              <a:buChar char="§"/>
            </a:pPr>
            <a:endParaRPr lang="en-US" dirty="0"/>
          </a:p>
          <a:p>
            <a:pPr marL="742950" lvl="1" indent="-285750">
              <a:buFont typeface="Wingdings" panose="05000000000000000000" pitchFamily="2" charset="2"/>
              <a:buChar char="§"/>
            </a:pPr>
            <a:r>
              <a:rPr lang="en-US" dirty="0"/>
              <a:t>MDR (Multidrug Resistance) </a:t>
            </a:r>
          </a:p>
          <a:p>
            <a:pPr marL="742950" lvl="1" indent="-285750">
              <a:buFont typeface="Wingdings" panose="05000000000000000000" pitchFamily="2" charset="2"/>
              <a:buChar char="§"/>
            </a:pPr>
            <a:r>
              <a:rPr lang="en-US" dirty="0"/>
              <a:t>XDR (Extensively Drug Resistance)</a:t>
            </a:r>
          </a:p>
        </p:txBody>
      </p:sp>
      <p:pic>
        <p:nvPicPr>
          <p:cNvPr id="6" name="Picture 5">
            <a:extLst>
              <a:ext uri="{FF2B5EF4-FFF2-40B4-BE49-F238E27FC236}">
                <a16:creationId xmlns:a16="http://schemas.microsoft.com/office/drawing/2014/main" id="{E7223804-1478-4698-A3EE-DFA3656859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4886" y="1538017"/>
            <a:ext cx="5326599" cy="3515635"/>
          </a:xfrm>
          <a:prstGeom prst="rect">
            <a:avLst/>
          </a:prstGeom>
        </p:spPr>
      </p:pic>
    </p:spTree>
    <p:extLst>
      <p:ext uri="{BB962C8B-B14F-4D97-AF65-F5344CB8AC3E}">
        <p14:creationId xmlns:p14="http://schemas.microsoft.com/office/powerpoint/2010/main" val="2885191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EC7362-50A6-47AC-8216-56AFAD7C4501}"/>
              </a:ext>
            </a:extLst>
          </p:cNvPr>
          <p:cNvSpPr txBox="1"/>
          <p:nvPr/>
        </p:nvSpPr>
        <p:spPr>
          <a:xfrm>
            <a:off x="603683" y="79899"/>
            <a:ext cx="10990554" cy="954107"/>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Scenario in India of Tuberculosis a Disease of concern along with </a:t>
            </a:r>
            <a:r>
              <a:rPr lang="en-US" sz="2800" b="1" u="sng" dirty="0" err="1">
                <a:latin typeface="Times New Roman" panose="02020603050405020304" pitchFamily="18" charset="0"/>
                <a:cs typeface="Times New Roman" panose="02020603050405020304" pitchFamily="18" charset="0"/>
              </a:rPr>
              <a:t>Covid</a:t>
            </a:r>
            <a:r>
              <a:rPr lang="en-US" sz="2800" b="1" u="sng" dirty="0">
                <a:latin typeface="Times New Roman" panose="02020603050405020304" pitchFamily="18" charset="0"/>
                <a:cs typeface="Times New Roman" panose="02020603050405020304" pitchFamily="18" charset="0"/>
              </a:rPr>
              <a:t> – 19  </a:t>
            </a:r>
            <a:endParaRPr lang="en-IN" sz="2800" b="1" u="sng"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4BEFD0B-B29F-4279-9177-965246C3C9EB}"/>
              </a:ext>
            </a:extLst>
          </p:cNvPr>
          <p:cNvSpPr txBox="1"/>
          <p:nvPr/>
        </p:nvSpPr>
        <p:spPr>
          <a:xfrm>
            <a:off x="337351" y="1029325"/>
            <a:ext cx="11517298" cy="5016758"/>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India has the highest burden of Tuberculosis in the world.</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Even as the government was pushing to end TB by 2025, the COVID-19 pandemic has caused a massive disruption in TB services.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TB case notifications across India have dropped by over 50% since March, with an estimated 3,00,000 missed case notifications (until May 30).</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Dual Testing: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India has access to existing technologies that permit dual testing for both infections.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q"/>
            </a:pPr>
            <a:r>
              <a:rPr lang="en-IN" sz="1600" dirty="0">
                <a:latin typeface="Times New Roman" panose="02020603050405020304" pitchFamily="18" charset="0"/>
                <a:cs typeface="Times New Roman" panose="02020603050405020304" pitchFamily="18" charset="0"/>
              </a:rPr>
              <a:t>Digital chest x-ray (CXR)</a:t>
            </a:r>
          </a:p>
          <a:p>
            <a:pPr marL="742950" lvl="1" indent="-285750" algn="just">
              <a:buFont typeface="Wingdings" panose="05000000000000000000" pitchFamily="2" charset="2"/>
              <a:buChar char="q"/>
            </a:pPr>
            <a:r>
              <a:rPr lang="en-IN" sz="1600" dirty="0" err="1">
                <a:latin typeface="Times New Roman" panose="02020603050405020304" pitchFamily="18" charset="0"/>
                <a:cs typeface="Times New Roman" panose="02020603050405020304" pitchFamily="18" charset="0"/>
              </a:rPr>
              <a:t>Truenat</a:t>
            </a:r>
            <a:r>
              <a:rPr lang="en-IN" sz="1600" dirty="0">
                <a:latin typeface="Times New Roman" panose="02020603050405020304" pitchFamily="18" charset="0"/>
                <a:cs typeface="Times New Roman" panose="02020603050405020304" pitchFamily="18" charset="0"/>
              </a:rPr>
              <a:t> MTB</a:t>
            </a:r>
          </a:p>
          <a:p>
            <a:pPr marL="285750" indent="-28575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Private Provider Interface Agency (PPIA) model has been launched in Mumbai by the Government of India, WHO and PATH and the subsequent large scale, pan-India version of it is called the JEET (Joint Effort for Elimination of Tuberculosis) project.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detect the missed thousands of TB patients, we need to leverage our best technologies and find ways to integrate testing for both respiratory infections. We need to integrate our public and private health sectors. India needs all hands on the deck, to battle an existing as well as a new killer disease.</a:t>
            </a:r>
          </a:p>
        </p:txBody>
      </p:sp>
    </p:spTree>
    <p:extLst>
      <p:ext uri="{BB962C8B-B14F-4D97-AF65-F5344CB8AC3E}">
        <p14:creationId xmlns:p14="http://schemas.microsoft.com/office/powerpoint/2010/main" val="1726636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DA9D7A-E71C-4D7B-AFDD-8B8B10DD17D1}"/>
              </a:ext>
            </a:extLst>
          </p:cNvPr>
          <p:cNvSpPr txBox="1"/>
          <p:nvPr/>
        </p:nvSpPr>
        <p:spPr>
          <a:xfrm>
            <a:off x="2189825" y="221942"/>
            <a:ext cx="7812348"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Current Statistical Model of TB around the world</a:t>
            </a:r>
            <a:endParaRPr lang="en-IN" sz="2800" b="1"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84ABFD3-4789-4646-906C-4A46D1D6C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863" y="1964738"/>
            <a:ext cx="5578136" cy="2928521"/>
          </a:xfrm>
          <a:prstGeom prst="rect">
            <a:avLst/>
          </a:prstGeom>
        </p:spPr>
      </p:pic>
      <p:sp>
        <p:nvSpPr>
          <p:cNvPr id="5" name="TextBox 4">
            <a:extLst>
              <a:ext uri="{FF2B5EF4-FFF2-40B4-BE49-F238E27FC236}">
                <a16:creationId xmlns:a16="http://schemas.microsoft.com/office/drawing/2014/main" id="{8C8783F3-F96B-4835-9443-3DC928C5ECAC}"/>
              </a:ext>
            </a:extLst>
          </p:cNvPr>
          <p:cNvSpPr txBox="1"/>
          <p:nvPr/>
        </p:nvSpPr>
        <p:spPr>
          <a:xfrm>
            <a:off x="6764785" y="1107826"/>
            <a:ext cx="4545367" cy="4247317"/>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new analysis from the Stop TB Partnership demonstrates that the global response to COVID-19 could lead to more than 6 million additional cases of tuberculosis and 1.4 million additional deaths from the disease between 2020 and 2025.</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model based on the 3-month lockdown and the 10-month restoration of services could increase the incidence rates of TB, and deaths from the disease, to levels last seen between 2013 and 2016, respectively — representing a setback of at least 5 to 8 years in the fight against TB.</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A8F3DFB-162A-413A-A399-0E0B28780E9C}"/>
              </a:ext>
            </a:extLst>
          </p:cNvPr>
          <p:cNvSpPr txBox="1"/>
          <p:nvPr/>
        </p:nvSpPr>
        <p:spPr>
          <a:xfrm>
            <a:off x="517863" y="5779363"/>
            <a:ext cx="10987597" cy="523220"/>
          </a:xfrm>
          <a:prstGeom prst="rect">
            <a:avLst/>
          </a:prstGeom>
          <a:noFill/>
          <a:ln>
            <a:solidFill>
              <a:schemeClr val="tx1"/>
            </a:solidFill>
          </a:ln>
        </p:spPr>
        <p:txBody>
          <a:bodyPr wrap="square" rtlCol="0">
            <a:spAutoFit/>
          </a:bodyPr>
          <a:lstStyle/>
          <a:p>
            <a:pPr marL="285750" indent="-2857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"COVID-19 will set fight against TB back at least 5 years", </a:t>
            </a:r>
            <a:r>
              <a:rPr lang="en-US" sz="1400" i="1" dirty="0">
                <a:latin typeface="Times New Roman" panose="02020603050405020304" pitchFamily="18" charset="0"/>
                <a:cs typeface="Times New Roman" panose="02020603050405020304" pitchFamily="18" charset="0"/>
              </a:rPr>
              <a:t>Healio.com</a:t>
            </a:r>
            <a:r>
              <a:rPr lang="en-US" sz="1400" dirty="0">
                <a:latin typeface="Times New Roman" panose="02020603050405020304" pitchFamily="18" charset="0"/>
                <a:cs typeface="Times New Roman" panose="02020603050405020304" pitchFamily="18" charset="0"/>
              </a:rPr>
              <a:t>, 2020. [Online]. Available: https://www.healio.com/news/infectious-disease/20200506/covid19-will-set-fight-against-tb-back-at-least-5-years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8018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521D52-D5F3-4ED1-A3D7-97EFC45D20CD}"/>
              </a:ext>
            </a:extLst>
          </p:cNvPr>
          <p:cNvSpPr txBox="1"/>
          <p:nvPr/>
        </p:nvSpPr>
        <p:spPr>
          <a:xfrm>
            <a:off x="3637795" y="2676164"/>
            <a:ext cx="4916410" cy="461665"/>
          </a:xfrm>
          <a:prstGeom prst="rect">
            <a:avLst/>
          </a:prstGeom>
          <a:noFill/>
        </p:spPr>
        <p:txBody>
          <a:bodyPr wrap="none" rtlCol="0">
            <a:spAutoFit/>
          </a:bodyPr>
          <a:lstStyle/>
          <a:p>
            <a:r>
              <a:rPr lang="en-US" sz="2400" dirty="0">
                <a:latin typeface="Arial Black" panose="020B0A04020102020204" pitchFamily="34" charset="0"/>
              </a:rPr>
              <a:t>MATERIALS AND METHODS </a:t>
            </a:r>
            <a:endParaRPr lang="en-IN" sz="2400" dirty="0">
              <a:latin typeface="Arial Black" panose="020B0A04020102020204" pitchFamily="34" charset="0"/>
            </a:endParaRPr>
          </a:p>
        </p:txBody>
      </p:sp>
    </p:spTree>
    <p:extLst>
      <p:ext uri="{BB962C8B-B14F-4D97-AF65-F5344CB8AC3E}">
        <p14:creationId xmlns:p14="http://schemas.microsoft.com/office/powerpoint/2010/main" val="2292410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052EBF-D756-448C-BA04-67558C21AE3D}"/>
              </a:ext>
            </a:extLst>
          </p:cNvPr>
          <p:cNvSpPr txBox="1"/>
          <p:nvPr/>
        </p:nvSpPr>
        <p:spPr>
          <a:xfrm>
            <a:off x="2189825" y="149276"/>
            <a:ext cx="7812348"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Computational approach in finding the inhibitors</a:t>
            </a:r>
            <a:endParaRPr lang="en-IN" sz="2800" b="1" u="sng" dirty="0">
              <a:latin typeface="Times New Roman" panose="02020603050405020304" pitchFamily="18" charset="0"/>
              <a:cs typeface="Times New Roman" panose="02020603050405020304" pitchFamily="18" charset="0"/>
            </a:endParaRPr>
          </a:p>
        </p:txBody>
      </p:sp>
      <p:pic>
        <p:nvPicPr>
          <p:cNvPr id="3" name="Diagram 13">
            <a:extLst>
              <a:ext uri="{FF2B5EF4-FFF2-40B4-BE49-F238E27FC236}">
                <a16:creationId xmlns:a16="http://schemas.microsoft.com/office/drawing/2014/main" id="{68E56C1F-ABA0-4752-9FF3-4DF8C7A0CE7B}"/>
              </a:ext>
            </a:extLst>
          </p:cNvPr>
          <p:cNvPicPr/>
          <p:nvPr/>
        </p:nvPicPr>
        <p:blipFill>
          <a:blip r:embed="rId2">
            <a:lum/>
            <a:alphaModFix/>
          </a:blip>
          <a:srcRect l="24546" t="-2197" r="22828"/>
          <a:stretch>
            <a:fillRect/>
          </a:stretch>
        </p:blipFill>
        <p:spPr>
          <a:xfrm>
            <a:off x="3397187" y="841172"/>
            <a:ext cx="5397624" cy="5513007"/>
          </a:xfrm>
          <a:prstGeom prst="rect">
            <a:avLst/>
          </a:prstGeom>
          <a:noFill/>
          <a:ln w="3302">
            <a:solidFill>
              <a:srgbClr val="000000"/>
            </a:solidFill>
            <a:prstDash val="solid"/>
          </a:ln>
        </p:spPr>
      </p:pic>
    </p:spTree>
    <p:extLst>
      <p:ext uri="{BB962C8B-B14F-4D97-AF65-F5344CB8AC3E}">
        <p14:creationId xmlns:p14="http://schemas.microsoft.com/office/powerpoint/2010/main" val="2561236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DBB007-979B-49E0-A649-37B69B15F4A5}"/>
              </a:ext>
            </a:extLst>
          </p:cNvPr>
          <p:cNvSpPr txBox="1"/>
          <p:nvPr/>
        </p:nvSpPr>
        <p:spPr>
          <a:xfrm>
            <a:off x="2189826" y="199721"/>
            <a:ext cx="7812348"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Potential drug target – Pantothenate Synthetase</a:t>
            </a:r>
            <a:endParaRPr lang="en-IN" sz="28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E7DAE83-A47F-4B8B-B380-4DA415C9153D}"/>
              </a:ext>
            </a:extLst>
          </p:cNvPr>
          <p:cNvSpPr txBox="1"/>
          <p:nvPr/>
        </p:nvSpPr>
        <p:spPr>
          <a:xfrm>
            <a:off x="341790" y="946076"/>
            <a:ext cx="11508419" cy="5786199"/>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lipid rich cell wall of </a:t>
            </a:r>
            <a:r>
              <a:rPr lang="en-US" sz="1600" dirty="0" err="1">
                <a:latin typeface="Times New Roman" panose="02020603050405020304" pitchFamily="18" charset="0"/>
                <a:cs typeface="Times New Roman" panose="02020603050405020304" pitchFamily="18" charset="0"/>
              </a:rPr>
              <a:t>Mtb</a:t>
            </a:r>
            <a:r>
              <a:rPr lang="en-US" sz="1600" dirty="0">
                <a:latin typeface="Times New Roman" panose="02020603050405020304" pitchFamily="18" charset="0"/>
                <a:cs typeface="Times New Roman" panose="02020603050405020304" pitchFamily="18" charset="0"/>
              </a:rPr>
              <a:t> is an important component for its survival and pathogenicity.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cell wall contains vast number of genes which encodes enzymes essential in fatty acid metabolism which leads to biosynthesis of lipids providing primary source of energy for the bacteria during infection.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One of the most prior genes is </a:t>
            </a:r>
            <a:r>
              <a:rPr lang="en-US" sz="1600" b="1" dirty="0" err="1">
                <a:latin typeface="Times New Roman" panose="02020603050405020304" pitchFamily="18" charset="0"/>
                <a:cs typeface="Times New Roman" panose="02020603050405020304" pitchFamily="18" charset="0"/>
              </a:rPr>
              <a:t>panC</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gene encoding the enzyme Pantothenate Synthetase which further leads to the production of Pantothenate (Vitamin B5 precursor) in Bacteria.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Pantothenate biosynthesis then further leads to the production of CoA and Acyl carrier protein (ACP) which is an important component of fatty acid synthesis.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is mainly important for the survival of the bacteria but not to cause disease.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PanC</a:t>
            </a:r>
            <a:r>
              <a:rPr lang="en-US" sz="1600" dirty="0">
                <a:latin typeface="Times New Roman" panose="02020603050405020304" pitchFamily="18" charset="0"/>
                <a:cs typeface="Times New Roman" panose="02020603050405020304" pitchFamily="18" charset="0"/>
              </a:rPr>
              <a:t> being absent in humans they intake vitamin B5 through supplementary or through their diet. </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Pantothenate permease (</a:t>
            </a:r>
            <a:r>
              <a:rPr lang="en-US" sz="1600" dirty="0" err="1">
                <a:latin typeface="Times New Roman" panose="02020603050405020304" pitchFamily="18" charset="0"/>
                <a:cs typeface="Times New Roman" panose="02020603050405020304" pitchFamily="18" charset="0"/>
              </a:rPr>
              <a:t>PanF</a:t>
            </a:r>
            <a:r>
              <a:rPr lang="en-US" sz="1600" dirty="0">
                <a:latin typeface="Times New Roman" panose="02020603050405020304" pitchFamily="18" charset="0"/>
                <a:cs typeface="Times New Roman" panose="02020603050405020304" pitchFamily="18" charset="0"/>
              </a:rPr>
              <a:t>) is present in most of the bacteria but absent in Mycobacterium tuberculosis which scavenges pantothenate from the host when the bacteria have genetically disrupted </a:t>
            </a:r>
            <a:r>
              <a:rPr lang="en-US" sz="1600" dirty="0" err="1">
                <a:latin typeface="Times New Roman" panose="02020603050405020304" pitchFamily="18" charset="0"/>
                <a:cs typeface="Times New Roman" panose="02020603050405020304" pitchFamily="18" charset="0"/>
              </a:rPr>
              <a:t>PanC</a:t>
            </a:r>
            <a:r>
              <a:rPr lang="en-US" sz="1600" dirty="0">
                <a:latin typeface="Times New Roman" panose="02020603050405020304" pitchFamily="18" charset="0"/>
                <a:cs typeface="Times New Roman" panose="02020603050405020304" pitchFamily="18" charset="0"/>
              </a:rPr>
              <a:t> gene and becomes auxotroph requiring pantothenate supplementation for their growth. </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Therefore, we can say that there is no cross-reaction leading to toxicity in the host and thus makes </a:t>
            </a:r>
            <a:r>
              <a:rPr lang="en-US" sz="1600" dirty="0" err="1">
                <a:latin typeface="Times New Roman" panose="02020603050405020304" pitchFamily="18" charset="0"/>
                <a:cs typeface="Times New Roman" panose="02020603050405020304" pitchFamily="18" charset="0"/>
              </a:rPr>
              <a:t>panC</a:t>
            </a:r>
            <a:r>
              <a:rPr lang="en-US" sz="1600" dirty="0">
                <a:latin typeface="Times New Roman" panose="02020603050405020304" pitchFamily="18" charset="0"/>
                <a:cs typeface="Times New Roman" panose="02020603050405020304" pitchFamily="18" charset="0"/>
              </a:rPr>
              <a:t> an attractive drug target in </a:t>
            </a:r>
            <a:r>
              <a:rPr lang="en-US" sz="1600" dirty="0" err="1">
                <a:latin typeface="Times New Roman" panose="02020603050405020304" pitchFamily="18" charset="0"/>
                <a:cs typeface="Times New Roman" panose="02020603050405020304" pitchFamily="18" charset="0"/>
              </a:rPr>
              <a:t>Mtb</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r>
              <a:rPr lang="en-US" dirty="0"/>
              <a:t> </a:t>
            </a:r>
            <a:endParaRPr lang="en-IN" dirty="0"/>
          </a:p>
          <a:p>
            <a:pPr marL="285750" indent="-28575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1266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45CEE615-3C2D-4A8A-A773-AE7CDB9CFDAA}"/>
              </a:ext>
            </a:extLst>
          </p:cNvPr>
          <p:cNvGraphicFramePr/>
          <p:nvPr>
            <p:extLst>
              <p:ext uri="{D42A27DB-BD31-4B8C-83A1-F6EECF244321}">
                <p14:modId xmlns:p14="http://schemas.microsoft.com/office/powerpoint/2010/main" val="830812142"/>
              </p:ext>
            </p:extLst>
          </p:nvPr>
        </p:nvGraphicFramePr>
        <p:xfrm>
          <a:off x="2032000" y="87058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0A740FFD-6120-4EB0-B301-BA03A34A09BB}"/>
              </a:ext>
            </a:extLst>
          </p:cNvPr>
          <p:cNvSpPr txBox="1"/>
          <p:nvPr/>
        </p:nvSpPr>
        <p:spPr>
          <a:xfrm>
            <a:off x="2189826" y="97655"/>
            <a:ext cx="7812348"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Databases and </a:t>
            </a:r>
            <a:r>
              <a:rPr lang="en-US" sz="2800" b="1" u="sng" dirty="0" err="1">
                <a:latin typeface="Times New Roman" panose="02020603050405020304" pitchFamily="18" charset="0"/>
                <a:cs typeface="Times New Roman" panose="02020603050405020304" pitchFamily="18" charset="0"/>
              </a:rPr>
              <a:t>Softwares</a:t>
            </a:r>
            <a:r>
              <a:rPr lang="en-US" sz="2800" b="1" u="sng" dirty="0">
                <a:latin typeface="Times New Roman" panose="02020603050405020304" pitchFamily="18" charset="0"/>
                <a:cs typeface="Times New Roman" panose="02020603050405020304" pitchFamily="18" charset="0"/>
              </a:rPr>
              <a:t> used in the process</a:t>
            </a:r>
            <a:endParaRPr lang="en-IN" sz="28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252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FD1087-EDCA-4B5D-B34C-0A8417BBF6D9}"/>
              </a:ext>
            </a:extLst>
          </p:cNvPr>
          <p:cNvSpPr txBox="1"/>
          <p:nvPr/>
        </p:nvSpPr>
        <p:spPr>
          <a:xfrm>
            <a:off x="3707141" y="2693919"/>
            <a:ext cx="4777718" cy="461665"/>
          </a:xfrm>
          <a:prstGeom prst="rect">
            <a:avLst/>
          </a:prstGeom>
          <a:noFill/>
        </p:spPr>
        <p:txBody>
          <a:bodyPr wrap="none" rtlCol="0">
            <a:spAutoFit/>
          </a:bodyPr>
          <a:lstStyle/>
          <a:p>
            <a:r>
              <a:rPr lang="en-US" sz="2400" dirty="0">
                <a:latin typeface="Arial Black" panose="020B0A04020102020204" pitchFamily="34" charset="0"/>
              </a:rPr>
              <a:t>RESULT AND CONCLUSION</a:t>
            </a:r>
            <a:endParaRPr lang="en-IN" sz="2400" dirty="0">
              <a:latin typeface="Arial Black" panose="020B0A04020102020204" pitchFamily="34" charset="0"/>
            </a:endParaRPr>
          </a:p>
        </p:txBody>
      </p:sp>
    </p:spTree>
    <p:extLst>
      <p:ext uri="{BB962C8B-B14F-4D97-AF65-F5344CB8AC3E}">
        <p14:creationId xmlns:p14="http://schemas.microsoft.com/office/powerpoint/2010/main" val="1877538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AD6C9F-ABA5-40F6-BDEE-1C698EAFB5F6}"/>
              </a:ext>
            </a:extLst>
          </p:cNvPr>
          <p:cNvSpPr txBox="1"/>
          <p:nvPr/>
        </p:nvSpPr>
        <p:spPr>
          <a:xfrm>
            <a:off x="2189826" y="178102"/>
            <a:ext cx="7812348"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Results – Dataset Generation</a:t>
            </a:r>
            <a:endParaRPr lang="en-IN" sz="2800" b="1" u="sng" dirty="0">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940891EF-C2C7-4F37-B556-53FAE2FF3EDD}"/>
              </a:ext>
            </a:extLst>
          </p:cNvPr>
          <p:cNvGraphicFramePr/>
          <p:nvPr>
            <p:extLst>
              <p:ext uri="{D42A27DB-BD31-4B8C-83A1-F6EECF244321}">
                <p14:modId xmlns:p14="http://schemas.microsoft.com/office/powerpoint/2010/main" val="523926997"/>
              </p:ext>
            </p:extLst>
          </p:nvPr>
        </p:nvGraphicFramePr>
        <p:xfrm>
          <a:off x="2032000" y="7995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0298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AD99B4-1C21-4F00-85EE-D2351B87203E}"/>
              </a:ext>
            </a:extLst>
          </p:cNvPr>
          <p:cNvSpPr txBox="1"/>
          <p:nvPr/>
        </p:nvSpPr>
        <p:spPr>
          <a:xfrm>
            <a:off x="2189826" y="215597"/>
            <a:ext cx="7812348"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Results – Model Building </a:t>
            </a:r>
            <a:endParaRPr lang="en-IN" sz="2800" b="1" u="sng"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39FA0CC-6F70-4667-ACB0-B8BE3B79BEA5}"/>
              </a:ext>
            </a:extLst>
          </p:cNvPr>
          <p:cNvPicPr/>
          <p:nvPr/>
        </p:nvPicPr>
        <p:blipFill>
          <a:blip r:embed="rId2">
            <a:lum/>
            <a:alphaModFix/>
          </a:blip>
          <a:srcRect/>
          <a:stretch>
            <a:fillRect/>
          </a:stretch>
        </p:blipFill>
        <p:spPr>
          <a:xfrm>
            <a:off x="1430886" y="2422238"/>
            <a:ext cx="2139315" cy="450215"/>
          </a:xfrm>
          <a:prstGeom prst="rect">
            <a:avLst/>
          </a:prstGeom>
          <a:noFill/>
          <a:ln>
            <a:noFill/>
            <a:prstDash/>
          </a:ln>
        </p:spPr>
      </p:pic>
      <p:pic>
        <p:nvPicPr>
          <p:cNvPr id="4" name="Picture 3">
            <a:extLst>
              <a:ext uri="{FF2B5EF4-FFF2-40B4-BE49-F238E27FC236}">
                <a16:creationId xmlns:a16="http://schemas.microsoft.com/office/drawing/2014/main" id="{F89D648B-A155-46E7-80F9-094E68C62BE6}"/>
              </a:ext>
            </a:extLst>
          </p:cNvPr>
          <p:cNvPicPr/>
          <p:nvPr/>
        </p:nvPicPr>
        <p:blipFill>
          <a:blip r:embed="rId3">
            <a:lum/>
            <a:alphaModFix/>
          </a:blip>
          <a:srcRect/>
          <a:stretch>
            <a:fillRect/>
          </a:stretch>
        </p:blipFill>
        <p:spPr>
          <a:xfrm>
            <a:off x="1430886" y="3166880"/>
            <a:ext cx="2160905" cy="454660"/>
          </a:xfrm>
          <a:prstGeom prst="rect">
            <a:avLst/>
          </a:prstGeom>
          <a:noFill/>
          <a:ln>
            <a:noFill/>
            <a:prstDash/>
          </a:ln>
        </p:spPr>
      </p:pic>
      <p:pic>
        <p:nvPicPr>
          <p:cNvPr id="5" name="Image10">
            <a:extLst>
              <a:ext uri="{FF2B5EF4-FFF2-40B4-BE49-F238E27FC236}">
                <a16:creationId xmlns:a16="http://schemas.microsoft.com/office/drawing/2014/main" id="{DB6314C6-1571-44BE-984A-454E955E6271}"/>
              </a:ext>
            </a:extLst>
          </p:cNvPr>
          <p:cNvPicPr/>
          <p:nvPr/>
        </p:nvPicPr>
        <p:blipFill>
          <a:blip r:embed="rId4">
            <a:lum/>
            <a:alphaModFix/>
          </a:blip>
          <a:srcRect/>
          <a:stretch>
            <a:fillRect/>
          </a:stretch>
        </p:blipFill>
        <p:spPr>
          <a:xfrm>
            <a:off x="354964" y="3985548"/>
            <a:ext cx="4716145" cy="525780"/>
          </a:xfrm>
          <a:prstGeom prst="rect">
            <a:avLst/>
          </a:prstGeom>
          <a:noFill/>
          <a:ln>
            <a:noFill/>
            <a:prstDash/>
          </a:ln>
        </p:spPr>
      </p:pic>
      <p:pic>
        <p:nvPicPr>
          <p:cNvPr id="6" name="Picture 5">
            <a:extLst>
              <a:ext uri="{FF2B5EF4-FFF2-40B4-BE49-F238E27FC236}">
                <a16:creationId xmlns:a16="http://schemas.microsoft.com/office/drawing/2014/main" id="{92DB6B99-28BA-4897-B67D-89730AD9CED6}"/>
              </a:ext>
            </a:extLst>
          </p:cNvPr>
          <p:cNvPicPr/>
          <p:nvPr/>
        </p:nvPicPr>
        <p:blipFill>
          <a:blip r:embed="rId5">
            <a:lum/>
            <a:alphaModFix/>
          </a:blip>
          <a:srcRect/>
          <a:stretch>
            <a:fillRect/>
          </a:stretch>
        </p:blipFill>
        <p:spPr>
          <a:xfrm>
            <a:off x="1193078" y="1716331"/>
            <a:ext cx="2614930" cy="411480"/>
          </a:xfrm>
          <a:prstGeom prst="rect">
            <a:avLst/>
          </a:prstGeom>
          <a:noFill/>
          <a:ln>
            <a:noFill/>
            <a:prstDash/>
          </a:ln>
        </p:spPr>
      </p:pic>
      <p:pic>
        <p:nvPicPr>
          <p:cNvPr id="7" name="table">
            <a:extLst>
              <a:ext uri="{FF2B5EF4-FFF2-40B4-BE49-F238E27FC236}">
                <a16:creationId xmlns:a16="http://schemas.microsoft.com/office/drawing/2014/main" id="{3349E81E-7CEF-4CDE-A04D-9E41D04A9C2F}"/>
              </a:ext>
            </a:extLst>
          </p:cNvPr>
          <p:cNvPicPr/>
          <p:nvPr/>
        </p:nvPicPr>
        <p:blipFill>
          <a:blip r:embed="rId6">
            <a:lum/>
            <a:alphaModFix/>
          </a:blip>
          <a:srcRect/>
          <a:stretch>
            <a:fillRect/>
          </a:stretch>
        </p:blipFill>
        <p:spPr>
          <a:xfrm>
            <a:off x="5513034" y="1448875"/>
            <a:ext cx="6324002" cy="2847154"/>
          </a:xfrm>
          <a:prstGeom prst="rect">
            <a:avLst/>
          </a:prstGeom>
          <a:noFill/>
          <a:ln>
            <a:noFill/>
            <a:prstDash/>
          </a:ln>
        </p:spPr>
      </p:pic>
    </p:spTree>
    <p:extLst>
      <p:ext uri="{BB962C8B-B14F-4D97-AF65-F5344CB8AC3E}">
        <p14:creationId xmlns:p14="http://schemas.microsoft.com/office/powerpoint/2010/main" val="1020911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051A7C-F01C-4C87-B1F5-76674F50ED2A}"/>
              </a:ext>
            </a:extLst>
          </p:cNvPr>
          <p:cNvSpPr txBox="1"/>
          <p:nvPr/>
        </p:nvSpPr>
        <p:spPr>
          <a:xfrm>
            <a:off x="2189826" y="215597"/>
            <a:ext cx="7812348"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Results – Molecular Docking </a:t>
            </a:r>
            <a:endParaRPr lang="en-IN" sz="2800" b="1" u="sng"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1A71A64A-8D23-4B3E-BC9A-3D5E05CAEAC9}"/>
              </a:ext>
            </a:extLst>
          </p:cNvPr>
          <p:cNvGraphicFramePr>
            <a:graphicFrameLocks noGrp="1"/>
          </p:cNvGraphicFramePr>
          <p:nvPr>
            <p:extLst>
              <p:ext uri="{D42A27DB-BD31-4B8C-83A1-F6EECF244321}">
                <p14:modId xmlns:p14="http://schemas.microsoft.com/office/powerpoint/2010/main" val="1042870381"/>
              </p:ext>
            </p:extLst>
          </p:nvPr>
        </p:nvGraphicFramePr>
        <p:xfrm>
          <a:off x="342361" y="1074199"/>
          <a:ext cx="6635489" cy="4873838"/>
        </p:xfrm>
        <a:graphic>
          <a:graphicData uri="http://schemas.openxmlformats.org/drawingml/2006/table">
            <a:tbl>
              <a:tblPr>
                <a:tableStyleId>{5C22544A-7EE6-4342-B048-85BDC9FD1C3A}</a:tableStyleId>
              </a:tblPr>
              <a:tblGrid>
                <a:gridCol w="799847">
                  <a:extLst>
                    <a:ext uri="{9D8B030D-6E8A-4147-A177-3AD203B41FA5}">
                      <a16:colId xmlns:a16="http://schemas.microsoft.com/office/drawing/2014/main" val="2441647376"/>
                    </a:ext>
                  </a:extLst>
                </a:gridCol>
                <a:gridCol w="1016716">
                  <a:extLst>
                    <a:ext uri="{9D8B030D-6E8A-4147-A177-3AD203B41FA5}">
                      <a16:colId xmlns:a16="http://schemas.microsoft.com/office/drawing/2014/main" val="16424340"/>
                    </a:ext>
                  </a:extLst>
                </a:gridCol>
                <a:gridCol w="767500">
                  <a:extLst>
                    <a:ext uri="{9D8B030D-6E8A-4147-A177-3AD203B41FA5}">
                      <a16:colId xmlns:a16="http://schemas.microsoft.com/office/drawing/2014/main" val="2754031643"/>
                    </a:ext>
                  </a:extLst>
                </a:gridCol>
                <a:gridCol w="3078819">
                  <a:extLst>
                    <a:ext uri="{9D8B030D-6E8A-4147-A177-3AD203B41FA5}">
                      <a16:colId xmlns:a16="http://schemas.microsoft.com/office/drawing/2014/main" val="2992217852"/>
                    </a:ext>
                  </a:extLst>
                </a:gridCol>
                <a:gridCol w="972607">
                  <a:extLst>
                    <a:ext uri="{9D8B030D-6E8A-4147-A177-3AD203B41FA5}">
                      <a16:colId xmlns:a16="http://schemas.microsoft.com/office/drawing/2014/main" val="3858317388"/>
                    </a:ext>
                  </a:extLst>
                </a:gridCol>
              </a:tblGrid>
              <a:tr h="858336">
                <a:tc>
                  <a:txBody>
                    <a:bodyPr/>
                    <a:lstStyle/>
                    <a:p>
                      <a:pPr algn="ctr">
                        <a:spcAft>
                          <a:spcPts val="0"/>
                        </a:spcAft>
                        <a:tabLst>
                          <a:tab pos="998220" algn="l"/>
                        </a:tabLst>
                      </a:pPr>
                      <a:r>
                        <a:rPr lang="en-US" sz="1200" kern="150">
                          <a:effectLst/>
                        </a:rPr>
                        <a:t>Sr.no.</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Compounds</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dirty="0">
                          <a:effectLst/>
                        </a:rPr>
                        <a:t>Docking  Score</a:t>
                      </a:r>
                      <a:endParaRPr lang="en-IN" sz="1200" kern="15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Sites of Interaction (H-Bond)</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 pos="1697355" algn="l"/>
                          <a:tab pos="2874010" algn="ctr"/>
                        </a:tabLst>
                      </a:pPr>
                      <a:r>
                        <a:rPr lang="en-US" sz="1200" kern="150">
                          <a:effectLst/>
                        </a:rPr>
                        <a:t>Sites of Interaction (Salt Bridge)</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2754321134"/>
                  </a:ext>
                </a:extLst>
              </a:tr>
              <a:tr h="858336">
                <a:tc>
                  <a:txBody>
                    <a:bodyPr/>
                    <a:lstStyle/>
                    <a:p>
                      <a:pPr algn="ctr">
                        <a:spcAft>
                          <a:spcPts val="0"/>
                        </a:spcAft>
                        <a:tabLst>
                          <a:tab pos="998220" algn="l"/>
                        </a:tabLst>
                      </a:pPr>
                      <a:r>
                        <a:rPr lang="en-US" sz="1200" kern="150">
                          <a:effectLst/>
                        </a:rPr>
                        <a:t>1)</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Control (Nafronyl Oxalate)</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-6.160</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His44, His47, Asn69, Glu72, Lys160, Glu164</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Asp161</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2609204299"/>
                  </a:ext>
                </a:extLst>
              </a:tr>
              <a:tr h="296046">
                <a:tc>
                  <a:txBody>
                    <a:bodyPr/>
                    <a:lstStyle/>
                    <a:p>
                      <a:pPr algn="ctr">
                        <a:spcAft>
                          <a:spcPts val="0"/>
                        </a:spcAft>
                        <a:tabLst>
                          <a:tab pos="998220" algn="l"/>
                        </a:tabLst>
                      </a:pPr>
                      <a:r>
                        <a:rPr lang="en-US" sz="1200" kern="150">
                          <a:effectLst/>
                        </a:rPr>
                        <a:t>2)</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RJC02360</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-10.364</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Gly158, Gln164, Thr39, Gln72, Ser197, Hid44</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3186162537"/>
                  </a:ext>
                </a:extLst>
              </a:tr>
              <a:tr h="286112">
                <a:tc>
                  <a:txBody>
                    <a:bodyPr/>
                    <a:lstStyle/>
                    <a:p>
                      <a:pPr algn="ctr">
                        <a:spcAft>
                          <a:spcPts val="0"/>
                        </a:spcAft>
                        <a:tabLst>
                          <a:tab pos="998220" algn="l"/>
                        </a:tabLst>
                      </a:pPr>
                      <a:r>
                        <a:rPr lang="en-US" sz="1200" kern="150">
                          <a:effectLst/>
                        </a:rPr>
                        <a:t>3)</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AW0555</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-9.580</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Ser197, Lys160, Gln72, Gln164</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Asp161</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3783187603"/>
                  </a:ext>
                </a:extLst>
              </a:tr>
              <a:tr h="286112">
                <a:tc>
                  <a:txBody>
                    <a:bodyPr/>
                    <a:lstStyle/>
                    <a:p>
                      <a:pPr algn="ctr">
                        <a:spcAft>
                          <a:spcPts val="0"/>
                        </a:spcAft>
                        <a:tabLst>
                          <a:tab pos="998220" algn="l"/>
                        </a:tabLst>
                      </a:pPr>
                      <a:r>
                        <a:rPr lang="en-US" sz="1200" kern="150">
                          <a:effectLst/>
                        </a:rPr>
                        <a:t>4)</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AW00907</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-9.387</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Gln72, Lys160, Ser197</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Asp161</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1759166320"/>
                  </a:ext>
                </a:extLst>
              </a:tr>
              <a:tr h="286112">
                <a:tc>
                  <a:txBody>
                    <a:bodyPr/>
                    <a:lstStyle/>
                    <a:p>
                      <a:pPr algn="ctr">
                        <a:spcAft>
                          <a:spcPts val="0"/>
                        </a:spcAft>
                        <a:tabLst>
                          <a:tab pos="998220" algn="l"/>
                        </a:tabLst>
                      </a:pPr>
                      <a:r>
                        <a:rPr lang="en-US" sz="1200" kern="150">
                          <a:effectLst/>
                        </a:rPr>
                        <a:t>5)</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NRB04426</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-9.257</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Val187, Lys160, Arg198, Gln128, Pro38</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2108659324"/>
                  </a:ext>
                </a:extLst>
              </a:tr>
              <a:tr h="286112">
                <a:tc>
                  <a:txBody>
                    <a:bodyPr/>
                    <a:lstStyle/>
                    <a:p>
                      <a:pPr algn="ctr">
                        <a:spcAft>
                          <a:spcPts val="0"/>
                        </a:spcAft>
                        <a:tabLst>
                          <a:tab pos="998220" algn="l"/>
                        </a:tabLst>
                      </a:pPr>
                      <a:r>
                        <a:rPr lang="en-US" sz="1200" kern="150">
                          <a:effectLst/>
                        </a:rPr>
                        <a:t>6)</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NRB05197</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-8.772</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Lys160, Hid44, Ser197</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4059017481"/>
                  </a:ext>
                </a:extLst>
              </a:tr>
              <a:tr h="286112">
                <a:tc>
                  <a:txBody>
                    <a:bodyPr/>
                    <a:lstStyle/>
                    <a:p>
                      <a:pPr algn="ctr">
                        <a:spcAft>
                          <a:spcPts val="0"/>
                        </a:spcAft>
                        <a:tabLst>
                          <a:tab pos="998220" algn="l"/>
                        </a:tabLst>
                      </a:pPr>
                      <a:r>
                        <a:rPr lang="en-US" sz="1200" kern="150">
                          <a:effectLst/>
                        </a:rPr>
                        <a:t>7)</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BTB12004</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-8.221</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Glu164, Asp161, Gly158, Glu72</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2707623526"/>
                  </a:ext>
                </a:extLst>
              </a:tr>
              <a:tr h="286112">
                <a:tc>
                  <a:txBody>
                    <a:bodyPr/>
                    <a:lstStyle/>
                    <a:p>
                      <a:pPr algn="ctr">
                        <a:spcAft>
                          <a:spcPts val="0"/>
                        </a:spcAft>
                        <a:tabLst>
                          <a:tab pos="998220" algn="l"/>
                        </a:tabLst>
                      </a:pPr>
                      <a:r>
                        <a:rPr lang="en-US" sz="1200" kern="150">
                          <a:effectLst/>
                        </a:rPr>
                        <a:t>8)</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NRB04549</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-8.026</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Lys160, Asp161, Hid135, Glu72</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2611570095"/>
                  </a:ext>
                </a:extLst>
              </a:tr>
              <a:tr h="286112">
                <a:tc>
                  <a:txBody>
                    <a:bodyPr/>
                    <a:lstStyle/>
                    <a:p>
                      <a:pPr algn="ctr">
                        <a:spcAft>
                          <a:spcPts val="0"/>
                        </a:spcAft>
                        <a:tabLst>
                          <a:tab pos="998220" algn="l"/>
                        </a:tabLst>
                      </a:pPr>
                      <a:r>
                        <a:rPr lang="en-US" sz="1200" kern="150">
                          <a:effectLst/>
                        </a:rPr>
                        <a:t>9)</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BTB13902</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-7.532</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Hid47, Arg198, Glu128</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2740437432"/>
                  </a:ext>
                </a:extLst>
              </a:tr>
              <a:tr h="286112">
                <a:tc>
                  <a:txBody>
                    <a:bodyPr/>
                    <a:lstStyle/>
                    <a:p>
                      <a:pPr algn="ctr">
                        <a:spcAft>
                          <a:spcPts val="0"/>
                        </a:spcAft>
                        <a:tabLst>
                          <a:tab pos="998220" algn="l"/>
                        </a:tabLst>
                      </a:pPr>
                      <a:r>
                        <a:rPr lang="en-US" sz="1200" kern="150">
                          <a:effectLst/>
                        </a:rPr>
                        <a:t>10)</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BTB14725</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-7.059</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Ser196, Gly158, Lys160</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a:t>
                      </a:r>
                      <a:endParaRPr lang="en-IN" sz="1200" kern="15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2065344482"/>
                  </a:ext>
                </a:extLst>
              </a:tr>
              <a:tr h="572224">
                <a:tc>
                  <a:txBody>
                    <a:bodyPr/>
                    <a:lstStyle/>
                    <a:p>
                      <a:pPr algn="ctr">
                        <a:spcAft>
                          <a:spcPts val="0"/>
                        </a:spcAft>
                        <a:tabLst>
                          <a:tab pos="998220" algn="l"/>
                        </a:tabLst>
                      </a:pPr>
                      <a:r>
                        <a:rPr lang="en-US" sz="1200" kern="150">
                          <a:effectLst/>
                        </a:rPr>
                        <a:t>11)</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a:effectLst/>
                        </a:rPr>
                        <a:t>RJC01776</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-5.443</a:t>
                      </a:r>
                      <a:endParaRPr lang="en-IN" sz="1200" kern="15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0"/>
                        </a:spcAft>
                        <a:tabLst>
                          <a:tab pos="998220" algn="l"/>
                        </a:tabLst>
                      </a:pPr>
                      <a:r>
                        <a:rPr lang="en-US" sz="1200" kern="150">
                          <a:effectLst/>
                        </a:rPr>
                        <a:t>Hid44, Gly158, Met40, Arg198, Glu128, Gly74, Asp78</a:t>
                      </a:r>
                      <a:endParaRPr lang="en-IN" sz="1200" kern="150">
                        <a:effectLst/>
                        <a:latin typeface="Times New Roman" panose="02020603050405020304" pitchFamily="18" charset="0"/>
                        <a:ea typeface="Times New Roman" panose="02020603050405020304" pitchFamily="18" charset="0"/>
                      </a:endParaRPr>
                    </a:p>
                  </a:txBody>
                  <a:tcPr marL="6350" marR="6350" marT="0" marB="0"/>
                </a:tc>
                <a:tc>
                  <a:txBody>
                    <a:bodyPr/>
                    <a:lstStyle/>
                    <a:p>
                      <a:pPr algn="ctr">
                        <a:spcAft>
                          <a:spcPts val="0"/>
                        </a:spcAft>
                        <a:tabLst>
                          <a:tab pos="998220" algn="l"/>
                        </a:tabLst>
                      </a:pPr>
                      <a:r>
                        <a:rPr lang="en-US" sz="1200" kern="150" dirty="0">
                          <a:effectLst/>
                        </a:rPr>
                        <a:t>-</a:t>
                      </a:r>
                      <a:endParaRPr lang="en-IN" sz="1200" kern="150" dirty="0">
                        <a:effectLst/>
                        <a:latin typeface="Times New Roman" panose="02020603050405020304" pitchFamily="18" charset="0"/>
                        <a:ea typeface="Times New Roman" panose="02020603050405020304" pitchFamily="18" charset="0"/>
                      </a:endParaRPr>
                    </a:p>
                  </a:txBody>
                  <a:tcPr marL="6350" marR="6350" marT="0" marB="0"/>
                </a:tc>
                <a:extLst>
                  <a:ext uri="{0D108BD9-81ED-4DB2-BD59-A6C34878D82A}">
                    <a16:rowId xmlns:a16="http://schemas.microsoft.com/office/drawing/2014/main" val="3109817556"/>
                  </a:ext>
                </a:extLst>
              </a:tr>
            </a:tbl>
          </a:graphicData>
        </a:graphic>
      </p:graphicFrame>
      <p:pic>
        <p:nvPicPr>
          <p:cNvPr id="6" name="Image13">
            <a:extLst>
              <a:ext uri="{FF2B5EF4-FFF2-40B4-BE49-F238E27FC236}">
                <a16:creationId xmlns:a16="http://schemas.microsoft.com/office/drawing/2014/main" id="{403967DE-4468-40F1-B068-DBB947112895}"/>
              </a:ext>
            </a:extLst>
          </p:cNvPr>
          <p:cNvPicPr/>
          <p:nvPr/>
        </p:nvPicPr>
        <p:blipFill>
          <a:blip r:embed="rId2">
            <a:lum/>
            <a:alphaModFix/>
          </a:blip>
          <a:srcRect l="20998" t="10871" r="20230" b="3560"/>
          <a:stretch>
            <a:fillRect/>
          </a:stretch>
        </p:blipFill>
        <p:spPr>
          <a:xfrm>
            <a:off x="7703767" y="1863953"/>
            <a:ext cx="4145872" cy="3130094"/>
          </a:xfrm>
          <a:prstGeom prst="rect">
            <a:avLst/>
          </a:prstGeom>
          <a:noFill/>
          <a:ln>
            <a:noFill/>
            <a:prstDash/>
          </a:ln>
        </p:spPr>
      </p:pic>
      <p:sp>
        <p:nvSpPr>
          <p:cNvPr id="7" name="TextBox 6">
            <a:extLst>
              <a:ext uri="{FF2B5EF4-FFF2-40B4-BE49-F238E27FC236}">
                <a16:creationId xmlns:a16="http://schemas.microsoft.com/office/drawing/2014/main" id="{71CC19D8-2BBF-4E73-B4C8-55E1F4CB9C69}"/>
              </a:ext>
            </a:extLst>
          </p:cNvPr>
          <p:cNvSpPr txBox="1"/>
          <p:nvPr/>
        </p:nvSpPr>
        <p:spPr>
          <a:xfrm>
            <a:off x="7703767" y="5317725"/>
            <a:ext cx="4145872" cy="338554"/>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Ligand protein Interaction of the control</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8504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7C29C9-41B3-4395-8719-D7ED54E07104}"/>
              </a:ext>
            </a:extLst>
          </p:cNvPr>
          <p:cNvPicPr>
            <a:picLocks noChangeAspect="1"/>
          </p:cNvPicPr>
          <p:nvPr/>
        </p:nvPicPr>
        <p:blipFill rotWithShape="1">
          <a:blip r:embed="rId2"/>
          <a:srcRect l="40704" t="30185" r="17063" b="7573"/>
          <a:stretch/>
        </p:blipFill>
        <p:spPr>
          <a:xfrm>
            <a:off x="347061" y="224747"/>
            <a:ext cx="5149050" cy="4268556"/>
          </a:xfrm>
          <a:prstGeom prst="rect">
            <a:avLst/>
          </a:prstGeom>
        </p:spPr>
      </p:pic>
      <p:pic>
        <p:nvPicPr>
          <p:cNvPr id="4" name="Picture 3">
            <a:extLst>
              <a:ext uri="{FF2B5EF4-FFF2-40B4-BE49-F238E27FC236}">
                <a16:creationId xmlns:a16="http://schemas.microsoft.com/office/drawing/2014/main" id="{BA0A9E63-82B8-4796-A0BE-BE3F99D0CE9D}"/>
              </a:ext>
            </a:extLst>
          </p:cNvPr>
          <p:cNvPicPr>
            <a:picLocks noChangeAspect="1"/>
          </p:cNvPicPr>
          <p:nvPr/>
        </p:nvPicPr>
        <p:blipFill rotWithShape="1">
          <a:blip r:embed="rId3"/>
          <a:srcRect l="40340" t="18641" r="17428" b="26731"/>
          <a:stretch/>
        </p:blipFill>
        <p:spPr>
          <a:xfrm>
            <a:off x="5896051" y="224747"/>
            <a:ext cx="5538388" cy="4920665"/>
          </a:xfrm>
          <a:prstGeom prst="rect">
            <a:avLst/>
          </a:prstGeom>
        </p:spPr>
      </p:pic>
      <p:pic>
        <p:nvPicPr>
          <p:cNvPr id="5" name="Picture 4">
            <a:extLst>
              <a:ext uri="{FF2B5EF4-FFF2-40B4-BE49-F238E27FC236}">
                <a16:creationId xmlns:a16="http://schemas.microsoft.com/office/drawing/2014/main" id="{C1567380-BFD1-4290-AD0A-CE967F70E4D3}"/>
              </a:ext>
            </a:extLst>
          </p:cNvPr>
          <p:cNvPicPr>
            <a:picLocks noChangeAspect="1"/>
          </p:cNvPicPr>
          <p:nvPr/>
        </p:nvPicPr>
        <p:blipFill rotWithShape="1">
          <a:blip r:embed="rId4"/>
          <a:srcRect l="40704" t="60324" r="17645" b="11067"/>
          <a:stretch/>
        </p:blipFill>
        <p:spPr>
          <a:xfrm>
            <a:off x="347061" y="4511675"/>
            <a:ext cx="5078029" cy="2139950"/>
          </a:xfrm>
          <a:prstGeom prst="rect">
            <a:avLst/>
          </a:prstGeom>
        </p:spPr>
      </p:pic>
      <p:sp>
        <p:nvSpPr>
          <p:cNvPr id="12" name="TextBox 11">
            <a:extLst>
              <a:ext uri="{FF2B5EF4-FFF2-40B4-BE49-F238E27FC236}">
                <a16:creationId xmlns:a16="http://schemas.microsoft.com/office/drawing/2014/main" id="{925D317C-D62C-443C-995F-CE1B6EF3A0D3}"/>
              </a:ext>
            </a:extLst>
          </p:cNvPr>
          <p:cNvSpPr txBox="1"/>
          <p:nvPr/>
        </p:nvSpPr>
        <p:spPr>
          <a:xfrm>
            <a:off x="6766912" y="5412373"/>
            <a:ext cx="4145872" cy="338554"/>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Ligand Interaction of 10 compounds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946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2C36A-53C8-42A3-B69A-B0AF6D7460AB}"/>
              </a:ext>
            </a:extLst>
          </p:cNvPr>
          <p:cNvSpPr txBox="1"/>
          <p:nvPr/>
        </p:nvSpPr>
        <p:spPr>
          <a:xfrm>
            <a:off x="2189826" y="313251"/>
            <a:ext cx="7812348"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Conclusion</a:t>
            </a:r>
            <a:endParaRPr lang="en-IN" sz="2800" b="1"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317DCDB-4DFD-43BC-8E6D-DF1FA7F680A9}"/>
              </a:ext>
            </a:extLst>
          </p:cNvPr>
          <p:cNvSpPr/>
          <p:nvPr/>
        </p:nvSpPr>
        <p:spPr>
          <a:xfrm>
            <a:off x="418730" y="1727927"/>
            <a:ext cx="11354540" cy="2862322"/>
          </a:xfrm>
          <a:prstGeom prst="rect">
            <a:avLst/>
          </a:prstGeom>
        </p:spPr>
        <p:txBody>
          <a:bodyPr wrap="square">
            <a:spAutoFit/>
          </a:bodyPr>
          <a:lstStyle/>
          <a:p>
            <a:pPr marL="285750" indent="-285750" algn="just">
              <a:spcAft>
                <a:spcPts val="0"/>
              </a:spcAft>
              <a:buFont typeface="Arial" panose="020B0604020202020204" pitchFamily="34" charset="0"/>
              <a:buChar char="•"/>
            </a:pPr>
            <a:r>
              <a:rPr lang="en-US" kern="150" dirty="0">
                <a:latin typeface="Times New Roman" panose="02020603050405020304" pitchFamily="18" charset="0"/>
                <a:ea typeface="Times New Roman" panose="02020603050405020304" pitchFamily="18" charset="0"/>
              </a:rPr>
              <a:t>In the present research, we identified inhibitors for Pantothenate synthetase (</a:t>
            </a:r>
            <a:r>
              <a:rPr lang="en-IN" kern="150" dirty="0">
                <a:solidFill>
                  <a:srgbClr val="000000"/>
                </a:solidFill>
                <a:latin typeface="Times New Roman" panose="02020603050405020304" pitchFamily="18" charset="0"/>
                <a:ea typeface="Times New Roman" panose="02020603050405020304" pitchFamily="18" charset="0"/>
              </a:rPr>
              <a:t>P9WIL5) </a:t>
            </a:r>
            <a:r>
              <a:rPr lang="en-US" kern="150" dirty="0">
                <a:latin typeface="Times New Roman" panose="02020603050405020304" pitchFamily="18" charset="0"/>
                <a:ea typeface="Times New Roman" panose="02020603050405020304" pitchFamily="18" charset="0"/>
              </a:rPr>
              <a:t>and prepared its data accordingly. Using Machine learning based classification modeling, a </a:t>
            </a:r>
            <a:r>
              <a:rPr lang="en-IN" kern="150" dirty="0">
                <a:solidFill>
                  <a:srgbClr val="000000"/>
                </a:solidFill>
                <a:latin typeface="Times New Roman" panose="02020603050405020304" pitchFamily="18" charset="0"/>
                <a:ea typeface="Times New Roman" panose="02020603050405020304" pitchFamily="18" charset="0"/>
              </a:rPr>
              <a:t>P9WIL5 inhibitor and non-inhibitor model was built. </a:t>
            </a:r>
          </a:p>
          <a:p>
            <a:pPr marL="285750" indent="-285750" algn="just">
              <a:spcAft>
                <a:spcPts val="0"/>
              </a:spcAft>
              <a:buFont typeface="Arial" panose="020B0604020202020204" pitchFamily="34" charset="0"/>
              <a:buChar char="•"/>
            </a:pPr>
            <a:r>
              <a:rPr lang="en-IN" kern="150" dirty="0">
                <a:solidFill>
                  <a:srgbClr val="000000"/>
                </a:solidFill>
                <a:latin typeface="Times New Roman" panose="02020603050405020304" pitchFamily="18" charset="0"/>
                <a:ea typeface="Times New Roman" panose="02020603050405020304" pitchFamily="18" charset="0"/>
              </a:rPr>
              <a:t>SVM model came out to be the best model. </a:t>
            </a:r>
          </a:p>
          <a:p>
            <a:pPr marL="285750" indent="-285750" algn="just">
              <a:spcAft>
                <a:spcPts val="0"/>
              </a:spcAft>
              <a:buFont typeface="Arial" panose="020B0604020202020204" pitchFamily="34" charset="0"/>
              <a:buChar char="•"/>
            </a:pPr>
            <a:r>
              <a:rPr lang="en-IN" kern="150" dirty="0">
                <a:solidFill>
                  <a:srgbClr val="000000"/>
                </a:solidFill>
                <a:latin typeface="Times New Roman" panose="02020603050405020304" pitchFamily="18" charset="0"/>
                <a:ea typeface="Times New Roman" panose="02020603050405020304" pitchFamily="18" charset="0"/>
              </a:rPr>
              <a:t>Further Virtual screening of the compounds was done from the ligands obtained from the </a:t>
            </a:r>
            <a:r>
              <a:rPr lang="en-IN" kern="150" dirty="0" err="1">
                <a:solidFill>
                  <a:srgbClr val="000000"/>
                </a:solidFill>
                <a:latin typeface="Times New Roman" panose="02020603050405020304" pitchFamily="18" charset="0"/>
                <a:ea typeface="Times New Roman" panose="02020603050405020304" pitchFamily="18" charset="0"/>
              </a:rPr>
              <a:t>Maybridge</a:t>
            </a:r>
            <a:r>
              <a:rPr lang="en-IN" kern="150" dirty="0">
                <a:solidFill>
                  <a:srgbClr val="000000"/>
                </a:solidFill>
                <a:latin typeface="Times New Roman" panose="02020603050405020304" pitchFamily="18" charset="0"/>
                <a:ea typeface="Times New Roman" panose="02020603050405020304" pitchFamily="18" charset="0"/>
              </a:rPr>
              <a:t> compound database and developed identified hits. </a:t>
            </a:r>
          </a:p>
          <a:p>
            <a:pPr marL="285750" indent="-285750" algn="just">
              <a:spcAft>
                <a:spcPts val="0"/>
              </a:spcAft>
              <a:buFont typeface="Arial" panose="020B0604020202020204" pitchFamily="34" charset="0"/>
              <a:buChar char="•"/>
            </a:pPr>
            <a:r>
              <a:rPr lang="en-IN" kern="150" dirty="0">
                <a:solidFill>
                  <a:srgbClr val="000000"/>
                </a:solidFill>
                <a:latin typeface="Times New Roman" panose="02020603050405020304" pitchFamily="18" charset="0"/>
                <a:ea typeface="Times New Roman" panose="02020603050405020304" pitchFamily="18" charset="0"/>
              </a:rPr>
              <a:t>The identified hits were further prepared for molecular docking in Schrodinger Maestro with the target protein. </a:t>
            </a:r>
          </a:p>
          <a:p>
            <a:pPr marL="285750" indent="-285750" algn="just">
              <a:spcAft>
                <a:spcPts val="0"/>
              </a:spcAft>
              <a:buFont typeface="Arial" panose="020B0604020202020204" pitchFamily="34" charset="0"/>
              <a:buChar char="•"/>
            </a:pPr>
            <a:r>
              <a:rPr lang="en-IN" kern="150" dirty="0">
                <a:solidFill>
                  <a:srgbClr val="000000"/>
                </a:solidFill>
                <a:latin typeface="Times New Roman" panose="02020603050405020304" pitchFamily="18" charset="0"/>
                <a:ea typeface="Times New Roman" panose="02020603050405020304" pitchFamily="18" charset="0"/>
              </a:rPr>
              <a:t>The compound </a:t>
            </a:r>
            <a:r>
              <a:rPr lang="en-US" kern="150" dirty="0">
                <a:latin typeface="Times New Roman" panose="02020603050405020304" pitchFamily="18" charset="0"/>
                <a:ea typeface="Times New Roman" panose="02020603050405020304" pitchFamily="18" charset="0"/>
              </a:rPr>
              <a:t>RJC02360 came out to be the best potential inhibitor from the obtained top 10 hit compounds. </a:t>
            </a:r>
          </a:p>
          <a:p>
            <a:pPr marL="285750" indent="-285750" algn="just">
              <a:spcAft>
                <a:spcPts val="0"/>
              </a:spcAft>
              <a:buFont typeface="Arial" panose="020B0604020202020204" pitchFamily="34" charset="0"/>
              <a:buChar char="•"/>
            </a:pPr>
            <a:r>
              <a:rPr lang="en-US" kern="150" dirty="0">
                <a:latin typeface="Times New Roman" panose="02020603050405020304" pitchFamily="18" charset="0"/>
                <a:ea typeface="Times New Roman" panose="02020603050405020304" pitchFamily="18" charset="0"/>
              </a:rPr>
              <a:t>This compound can be considered to be the inhibitor of the Pantothenate synthetase and can be further processed for validation.</a:t>
            </a:r>
            <a:endParaRPr lang="en-IN" kern="15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65803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FD1087-EDCA-4B5D-B34C-0A8417BBF6D9}"/>
              </a:ext>
            </a:extLst>
          </p:cNvPr>
          <p:cNvSpPr txBox="1"/>
          <p:nvPr/>
        </p:nvSpPr>
        <p:spPr>
          <a:xfrm>
            <a:off x="4857520" y="2685041"/>
            <a:ext cx="2476960" cy="461665"/>
          </a:xfrm>
          <a:prstGeom prst="rect">
            <a:avLst/>
          </a:prstGeom>
          <a:noFill/>
        </p:spPr>
        <p:txBody>
          <a:bodyPr wrap="none" rtlCol="0">
            <a:spAutoFit/>
          </a:bodyPr>
          <a:lstStyle/>
          <a:p>
            <a:r>
              <a:rPr lang="en-US" sz="2400" dirty="0">
                <a:latin typeface="Arial Black" panose="020B0A04020102020204" pitchFamily="34" charset="0"/>
              </a:rPr>
              <a:t>REFERENCES</a:t>
            </a:r>
            <a:endParaRPr lang="en-IN" sz="2400" dirty="0">
              <a:latin typeface="Arial Black" panose="020B0A04020102020204" pitchFamily="34" charset="0"/>
            </a:endParaRPr>
          </a:p>
        </p:txBody>
      </p:sp>
    </p:spTree>
    <p:extLst>
      <p:ext uri="{BB962C8B-B14F-4D97-AF65-F5344CB8AC3E}">
        <p14:creationId xmlns:p14="http://schemas.microsoft.com/office/powerpoint/2010/main" val="1324270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D11042-362B-4B33-8C6F-992BB23B86C7}"/>
              </a:ext>
            </a:extLst>
          </p:cNvPr>
          <p:cNvSpPr txBox="1"/>
          <p:nvPr/>
        </p:nvSpPr>
        <p:spPr>
          <a:xfrm>
            <a:off x="2189826" y="242231"/>
            <a:ext cx="7812348"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References </a:t>
            </a:r>
            <a:endParaRPr lang="en-IN" sz="28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1B95AB7-93CD-4AC1-96B3-8FE12C3AE1AA}"/>
              </a:ext>
            </a:extLst>
          </p:cNvPr>
          <p:cNvSpPr txBox="1"/>
          <p:nvPr/>
        </p:nvSpPr>
        <p:spPr>
          <a:xfrm>
            <a:off x="470516" y="1311933"/>
            <a:ext cx="11250968" cy="4524315"/>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"COVID-19 will set fight against TB back at least 5 years", </a:t>
            </a:r>
            <a:r>
              <a:rPr lang="en-US" i="1" dirty="0">
                <a:latin typeface="Times New Roman" panose="02020603050405020304" pitchFamily="18" charset="0"/>
                <a:cs typeface="Times New Roman" panose="02020603050405020304" pitchFamily="18" charset="0"/>
              </a:rPr>
              <a:t>Healio.com</a:t>
            </a:r>
            <a:r>
              <a:rPr lang="en-US" dirty="0">
                <a:latin typeface="Times New Roman" panose="02020603050405020304" pitchFamily="18" charset="0"/>
                <a:cs typeface="Times New Roman" panose="02020603050405020304" pitchFamily="18" charset="0"/>
              </a:rPr>
              <a:t>, 2020. [Online]. Available: </a:t>
            </a:r>
            <a:r>
              <a:rPr lang="en-US" dirty="0">
                <a:latin typeface="Times New Roman" panose="02020603050405020304" pitchFamily="18" charset="0"/>
                <a:cs typeface="Times New Roman" panose="02020603050405020304" pitchFamily="18" charset="0"/>
                <a:hlinkClick r:id="rId2"/>
              </a:rPr>
              <a:t>https://www.healio.com/news/infectious-disease/20200506/covid19-will-set-fight-against-tb-back-at-least-5-years</a:t>
            </a:r>
            <a:r>
              <a:rPr lang="en-US"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"Infectious diseases", </a:t>
            </a:r>
            <a:r>
              <a:rPr lang="en-IN" i="1" dirty="0">
                <a:latin typeface="Times New Roman" panose="02020603050405020304" pitchFamily="18" charset="0"/>
                <a:cs typeface="Times New Roman" panose="02020603050405020304" pitchFamily="18" charset="0"/>
              </a:rPr>
              <a:t>World Health Organization</a:t>
            </a:r>
            <a:r>
              <a:rPr lang="en-IN" dirty="0">
                <a:latin typeface="Times New Roman" panose="02020603050405020304" pitchFamily="18" charset="0"/>
                <a:cs typeface="Times New Roman" panose="02020603050405020304" pitchFamily="18" charset="0"/>
              </a:rPr>
              <a:t>, 2020. [Online]. Available: </a:t>
            </a:r>
            <a:r>
              <a:rPr lang="en-IN" u="sng" dirty="0">
                <a:latin typeface="Times New Roman" panose="02020603050405020304" pitchFamily="18" charset="0"/>
                <a:cs typeface="Times New Roman" panose="02020603050405020304" pitchFamily="18" charset="0"/>
                <a:hlinkClick r:id="rId3"/>
              </a:rPr>
              <a:t>https://www.who.int/topics/infectious diseases/</a:t>
            </a:r>
            <a:r>
              <a:rPr lang="en-IN" u="sng" dirty="0" err="1">
                <a:latin typeface="Times New Roman" panose="02020603050405020304" pitchFamily="18" charset="0"/>
                <a:cs typeface="Times New Roman" panose="02020603050405020304" pitchFamily="18" charset="0"/>
                <a:hlinkClick r:id="rId3"/>
              </a:rPr>
              <a:t>en</a:t>
            </a:r>
            <a:r>
              <a:rPr lang="en-IN" u="sng" dirty="0">
                <a:latin typeface="Times New Roman" panose="02020603050405020304" pitchFamily="18" charset="0"/>
                <a:cs typeface="Times New Roman" panose="02020603050405020304" pitchFamily="18" charset="0"/>
                <a:hlinkClick r:id="rId3"/>
              </a:rPr>
              <a:t>/</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"Tuberculosis: Department of Health", </a:t>
            </a:r>
            <a:r>
              <a:rPr lang="en-IN" i="1" dirty="0">
                <a:latin typeface="Times New Roman" panose="02020603050405020304" pitchFamily="18" charset="0"/>
                <a:cs typeface="Times New Roman" panose="02020603050405020304" pitchFamily="18" charset="0"/>
              </a:rPr>
              <a:t>Health.ri.gov</a:t>
            </a:r>
            <a:r>
              <a:rPr lang="en-IN" dirty="0">
                <a:latin typeface="Times New Roman" panose="02020603050405020304" pitchFamily="18" charset="0"/>
                <a:cs typeface="Times New Roman" panose="02020603050405020304" pitchFamily="18" charset="0"/>
              </a:rPr>
              <a:t>, 2020. [Online]. Available: </a:t>
            </a:r>
            <a:r>
              <a:rPr lang="en-IN" dirty="0">
                <a:latin typeface="Times New Roman" panose="02020603050405020304" pitchFamily="18" charset="0"/>
                <a:cs typeface="Times New Roman" panose="02020603050405020304" pitchFamily="18" charset="0"/>
                <a:hlinkClick r:id="rId4"/>
              </a:rPr>
              <a:t>https://health.ri.gov/diseases/tuberculosis/?parm=102</a:t>
            </a:r>
            <a:r>
              <a:rPr lang="en-IN" dirty="0">
                <a:latin typeface="Times New Roman" panose="02020603050405020304" pitchFamily="18" charset="0"/>
                <a:cs typeface="Times New Roman" panose="02020603050405020304" pitchFamily="18" charset="0"/>
              </a:rPr>
              <a:t>.</a:t>
            </a:r>
          </a:p>
          <a:p>
            <a:pPr algn="just"/>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&amp; Statistics | TB | CDC", </a:t>
            </a:r>
            <a:r>
              <a:rPr lang="en-IN" i="1" dirty="0">
                <a:latin typeface="Times New Roman" panose="02020603050405020304" pitchFamily="18" charset="0"/>
                <a:cs typeface="Times New Roman" panose="02020603050405020304" pitchFamily="18" charset="0"/>
              </a:rPr>
              <a:t>Cdc.gov</a:t>
            </a:r>
            <a:r>
              <a:rPr lang="en-IN" dirty="0">
                <a:latin typeface="Times New Roman" panose="02020603050405020304" pitchFamily="18" charset="0"/>
                <a:cs typeface="Times New Roman" panose="02020603050405020304" pitchFamily="18" charset="0"/>
              </a:rPr>
              <a:t>, 2020. [Online]. Available: </a:t>
            </a:r>
            <a:r>
              <a:rPr lang="en-IN" dirty="0">
                <a:latin typeface="Times New Roman" panose="02020603050405020304" pitchFamily="18" charset="0"/>
                <a:cs typeface="Times New Roman" panose="02020603050405020304" pitchFamily="18" charset="0"/>
                <a:hlinkClick r:id="rId5"/>
              </a:rPr>
              <a:t>https://www.cdc.gov/tb/statistics/default.htm</a:t>
            </a:r>
            <a:r>
              <a:rPr lang="en-IN" dirty="0">
                <a:latin typeface="Times New Roman" panose="02020603050405020304" pitchFamily="18" charset="0"/>
                <a:cs typeface="Times New Roman" panose="02020603050405020304" pitchFamily="18" charset="0"/>
              </a:rPr>
              <a:t>.</a:t>
            </a:r>
          </a:p>
          <a:p>
            <a:pPr algn="just"/>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"Signs &amp; Symptoms | Basic TB Facts | TB | CDC", </a:t>
            </a:r>
            <a:r>
              <a:rPr lang="en-IN" i="1" dirty="0">
                <a:latin typeface="Times New Roman" panose="02020603050405020304" pitchFamily="18" charset="0"/>
                <a:cs typeface="Times New Roman" panose="02020603050405020304" pitchFamily="18" charset="0"/>
              </a:rPr>
              <a:t>Cdc.gov</a:t>
            </a:r>
            <a:r>
              <a:rPr lang="en-IN" dirty="0">
                <a:latin typeface="Times New Roman" panose="02020603050405020304" pitchFamily="18" charset="0"/>
                <a:cs typeface="Times New Roman" panose="02020603050405020304" pitchFamily="18" charset="0"/>
              </a:rPr>
              <a:t>, 2020. [Online]. Available: </a:t>
            </a:r>
            <a:r>
              <a:rPr lang="en-IN" dirty="0">
                <a:latin typeface="Times New Roman" panose="02020603050405020304" pitchFamily="18" charset="0"/>
                <a:cs typeface="Times New Roman" panose="02020603050405020304" pitchFamily="18" charset="0"/>
                <a:hlinkClick r:id="rId6"/>
              </a:rPr>
              <a:t>https://www.cdc.gov/tb/topic/basics/signsandsymptoms.htm</a:t>
            </a:r>
            <a:r>
              <a:rPr lang="en-IN" dirty="0">
                <a:latin typeface="Times New Roman" panose="02020603050405020304" pitchFamily="18" charset="0"/>
                <a:cs typeface="Times New Roman" panose="02020603050405020304" pitchFamily="18" charset="0"/>
              </a:rPr>
              <a:t>.</a:t>
            </a:r>
          </a:p>
          <a:p>
            <a:pPr algn="just"/>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"Global Tuberculosis Report 2019", </a:t>
            </a:r>
            <a:r>
              <a:rPr lang="en-IN" i="1" dirty="0">
                <a:latin typeface="Times New Roman" panose="02020603050405020304" pitchFamily="18" charset="0"/>
                <a:cs typeface="Times New Roman" panose="02020603050405020304" pitchFamily="18" charset="0"/>
              </a:rPr>
              <a:t>Who.int</a:t>
            </a:r>
            <a:r>
              <a:rPr lang="en-IN" dirty="0">
                <a:latin typeface="Times New Roman" panose="02020603050405020304" pitchFamily="18" charset="0"/>
                <a:cs typeface="Times New Roman" panose="02020603050405020304" pitchFamily="18" charset="0"/>
              </a:rPr>
              <a:t>, 2020. [Online]. Available: </a:t>
            </a:r>
            <a:r>
              <a:rPr lang="en-IN" u="sng" dirty="0">
                <a:latin typeface="Times New Roman" panose="02020603050405020304" pitchFamily="18" charset="0"/>
                <a:cs typeface="Times New Roman" panose="02020603050405020304" pitchFamily="18" charset="0"/>
                <a:hlinkClick r:id="rId7"/>
              </a:rPr>
              <a:t>https://www.who.int/tb/global-report-2019</a:t>
            </a:r>
            <a:r>
              <a:rPr lang="en-IN" u="sng"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3550229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737849-40EA-42E5-BFFE-E545DE932043}"/>
              </a:ext>
            </a:extLst>
          </p:cNvPr>
          <p:cNvSpPr/>
          <p:nvPr/>
        </p:nvSpPr>
        <p:spPr>
          <a:xfrm>
            <a:off x="303320" y="344646"/>
            <a:ext cx="11585359" cy="5909310"/>
          </a:xfrm>
          <a:prstGeom prst="rect">
            <a:avLst/>
          </a:prstGeom>
        </p:spPr>
        <p:txBody>
          <a:bodyPr wrap="square">
            <a:spAutoFit/>
          </a:bodyPr>
          <a:lstStyle/>
          <a:p>
            <a:pPr marL="342900" lvl="0" indent="-342900" algn="just">
              <a:spcAft>
                <a:spcPts val="0"/>
              </a:spcAft>
              <a:buFont typeface="Arial" panose="020B0604020202020204" pitchFamily="34" charset="0"/>
              <a:buChar char="•"/>
            </a:pPr>
            <a:r>
              <a:rPr lang="en-US" kern="150" dirty="0">
                <a:solidFill>
                  <a:srgbClr val="0000FF"/>
                </a:solidFill>
                <a:latin typeface="Times New Roman" panose="02020603050405020304" pitchFamily="18" charset="0"/>
                <a:ea typeface="Times New Roman" panose="02020603050405020304" pitchFamily="18" charset="0"/>
              </a:rPr>
              <a:t>JoAnne L. Flynn, "New Way to Deliver Old Tuberculosis Vaccine Provides 'Incredible Protection' in Monkeys", </a:t>
            </a:r>
            <a:r>
              <a:rPr lang="en-US" i="1" kern="150" dirty="0" err="1">
                <a:solidFill>
                  <a:srgbClr val="0000FF"/>
                </a:solidFill>
                <a:latin typeface="Times New Roman" panose="02020603050405020304" pitchFamily="18" charset="0"/>
                <a:ea typeface="Times New Roman" panose="02020603050405020304" pitchFamily="18" charset="0"/>
              </a:rPr>
              <a:t>ScienceAlert</a:t>
            </a:r>
            <a:r>
              <a:rPr lang="en-US" kern="150" dirty="0">
                <a:solidFill>
                  <a:srgbClr val="0000FF"/>
                </a:solidFill>
                <a:latin typeface="Times New Roman" panose="02020603050405020304" pitchFamily="18" charset="0"/>
                <a:ea typeface="Times New Roman" panose="02020603050405020304" pitchFamily="18" charset="0"/>
              </a:rPr>
              <a:t>, 2020. [Online]. Available: </a:t>
            </a:r>
            <a:r>
              <a:rPr lang="en-US" kern="150" dirty="0">
                <a:solidFill>
                  <a:srgbClr val="0000FF"/>
                </a:solidFill>
                <a:latin typeface="Times New Roman" panose="02020603050405020304" pitchFamily="18" charset="0"/>
                <a:ea typeface="Times New Roman" panose="02020603050405020304" pitchFamily="18" charset="0"/>
                <a:hlinkClick r:id="rId2"/>
              </a:rPr>
              <a:t>https://www.sciencealert.com/a-new-tuberculosis-vaccine-delivery-method-just-proved-more-powerful-in-monkeys</a:t>
            </a:r>
            <a:r>
              <a:rPr lang="en-US" kern="150" dirty="0">
                <a:solidFill>
                  <a:srgbClr val="0000FF"/>
                </a:solidFill>
                <a:latin typeface="Times New Roman" panose="02020603050405020304" pitchFamily="18" charset="0"/>
                <a:ea typeface="Times New Roman" panose="02020603050405020304" pitchFamily="18" charset="0"/>
              </a:rPr>
              <a:t>.</a:t>
            </a:r>
            <a:endParaRPr lang="en-IN" kern="150" dirty="0">
              <a:latin typeface="Times New Roman" panose="02020603050405020304" pitchFamily="18" charset="0"/>
              <a:ea typeface="Times New Roman" panose="02020603050405020304" pitchFamily="18" charset="0"/>
            </a:endParaRPr>
          </a:p>
          <a:p>
            <a:pPr algn="just">
              <a:spcAft>
                <a:spcPts val="0"/>
              </a:spcAft>
            </a:pPr>
            <a:endParaRPr lang="en-IN" kern="150" dirty="0">
              <a:latin typeface="Times New Roman" panose="02020603050405020304" pitchFamily="18" charset="0"/>
              <a:ea typeface="Times New Roman" panose="02020603050405020304" pitchFamily="18" charset="0"/>
            </a:endParaRPr>
          </a:p>
          <a:p>
            <a:pPr marL="342900" lvl="0" indent="-342900" algn="just">
              <a:spcAft>
                <a:spcPts val="0"/>
              </a:spcAft>
              <a:buFont typeface="Arial" panose="020B0604020202020204" pitchFamily="34" charset="0"/>
              <a:buChar char="•"/>
            </a:pPr>
            <a:r>
              <a:rPr lang="en-US" kern="150" dirty="0">
                <a:solidFill>
                  <a:srgbClr val="000000"/>
                </a:solidFill>
                <a:latin typeface="Times New Roman" panose="02020603050405020304" pitchFamily="18" charset="0"/>
                <a:ea typeface="Times New Roman" panose="02020603050405020304" pitchFamily="18" charset="0"/>
              </a:rPr>
              <a:t>"History | World TB Day | TB | CDC", </a:t>
            </a:r>
            <a:r>
              <a:rPr lang="en-US" i="1" kern="150" dirty="0">
                <a:solidFill>
                  <a:srgbClr val="000000"/>
                </a:solidFill>
                <a:latin typeface="Times New Roman" panose="02020603050405020304" pitchFamily="18" charset="0"/>
                <a:ea typeface="Times New Roman" panose="02020603050405020304" pitchFamily="18" charset="0"/>
              </a:rPr>
              <a:t>Cdc.gov</a:t>
            </a:r>
            <a:r>
              <a:rPr lang="en-US" kern="150" dirty="0">
                <a:solidFill>
                  <a:srgbClr val="000000"/>
                </a:solidFill>
                <a:latin typeface="Times New Roman" panose="02020603050405020304" pitchFamily="18" charset="0"/>
                <a:ea typeface="Times New Roman" panose="02020603050405020304" pitchFamily="18" charset="0"/>
              </a:rPr>
              <a:t>, 2020. [Online]. Available: </a:t>
            </a:r>
            <a:r>
              <a:rPr lang="en-US" kern="150" dirty="0">
                <a:solidFill>
                  <a:srgbClr val="0000FF"/>
                </a:solidFill>
                <a:latin typeface="Times New Roman" panose="02020603050405020304" pitchFamily="18" charset="0"/>
                <a:ea typeface="Times New Roman" panose="02020603050405020304" pitchFamily="18" charset="0"/>
                <a:hlinkClick r:id="rId3"/>
              </a:rPr>
              <a:t>https://www.cdc.gov/tb/worldtbday/history.htm</a:t>
            </a:r>
            <a:r>
              <a:rPr lang="en-US" kern="150" dirty="0">
                <a:solidFill>
                  <a:srgbClr val="000000"/>
                </a:solidFill>
                <a:latin typeface="Times New Roman" panose="02020603050405020304" pitchFamily="18" charset="0"/>
                <a:ea typeface="Times New Roman" panose="02020603050405020304" pitchFamily="18" charset="0"/>
              </a:rPr>
              <a:t>.</a:t>
            </a:r>
            <a:endParaRPr lang="en-IN" kern="150" dirty="0">
              <a:solidFill>
                <a:srgbClr val="000000"/>
              </a:solidFill>
              <a:latin typeface="Times New Roman" panose="02020603050405020304" pitchFamily="18" charset="0"/>
              <a:ea typeface="Times New Roman" panose="02020603050405020304" pitchFamily="18" charset="0"/>
            </a:endParaRPr>
          </a:p>
          <a:p>
            <a:pPr marL="342900" lvl="0" indent="-342900" algn="just">
              <a:spcAft>
                <a:spcPts val="0"/>
              </a:spcAft>
              <a:buFont typeface="Arial" panose="020B0604020202020204" pitchFamily="34" charset="0"/>
              <a:buChar char="•"/>
            </a:pPr>
            <a:endParaRPr lang="en-IN" kern="150" dirty="0">
              <a:latin typeface="Times New Roman" panose="02020603050405020304" pitchFamily="18" charset="0"/>
              <a:ea typeface="Times New Roman" panose="02020603050405020304" pitchFamily="18" charset="0"/>
            </a:endParaRPr>
          </a:p>
          <a:p>
            <a:pPr marL="342900" lvl="0" indent="-342900" algn="just">
              <a:spcAft>
                <a:spcPts val="0"/>
              </a:spcAft>
              <a:buFont typeface="Arial" panose="020B0604020202020204" pitchFamily="34" charset="0"/>
              <a:buChar char="•"/>
            </a:pPr>
            <a:r>
              <a:rPr lang="en-US" kern="150" dirty="0">
                <a:solidFill>
                  <a:srgbClr val="000000"/>
                </a:solidFill>
                <a:latin typeface="Times New Roman" panose="02020603050405020304" pitchFamily="18" charset="0"/>
                <a:ea typeface="Times New Roman" panose="02020603050405020304" pitchFamily="18" charset="0"/>
              </a:rPr>
              <a:t>R. Ellis et al., "Innovative clinical trial designs to rationalize TB vaccine development", </a:t>
            </a:r>
            <a:r>
              <a:rPr lang="en-US" i="1" kern="150" dirty="0">
                <a:solidFill>
                  <a:srgbClr val="000000"/>
                </a:solidFill>
                <a:latin typeface="Times New Roman" panose="02020603050405020304" pitchFamily="18" charset="0"/>
                <a:ea typeface="Times New Roman" panose="02020603050405020304" pitchFamily="18" charset="0"/>
              </a:rPr>
              <a:t>Tuberculosis</a:t>
            </a:r>
            <a:r>
              <a:rPr lang="en-US" kern="150" dirty="0">
                <a:solidFill>
                  <a:srgbClr val="000000"/>
                </a:solidFill>
                <a:latin typeface="Times New Roman" panose="02020603050405020304" pitchFamily="18" charset="0"/>
                <a:ea typeface="Times New Roman" panose="02020603050405020304" pitchFamily="18" charset="0"/>
              </a:rPr>
              <a:t>, vol. 95, no. 3, pp. 352-357, 2015. Available: 10.1016/j.tube.2015.02.036.</a:t>
            </a:r>
            <a:endParaRPr lang="en-IN" kern="150" dirty="0">
              <a:latin typeface="Times New Roman" panose="02020603050405020304" pitchFamily="18" charset="0"/>
              <a:ea typeface="Times New Roman" panose="02020603050405020304" pitchFamily="18" charset="0"/>
            </a:endParaRPr>
          </a:p>
          <a:p>
            <a:pPr algn="just">
              <a:spcAft>
                <a:spcPts val="0"/>
              </a:spcAft>
            </a:pPr>
            <a:endParaRPr lang="en-IN" kern="150" dirty="0">
              <a:latin typeface="Times New Roman" panose="02020603050405020304" pitchFamily="18" charset="0"/>
              <a:ea typeface="Times New Roman" panose="02020603050405020304" pitchFamily="18" charset="0"/>
            </a:endParaRPr>
          </a:p>
          <a:p>
            <a:pPr marL="342900" lvl="0" indent="-342900" algn="just">
              <a:spcAft>
                <a:spcPts val="0"/>
              </a:spcAft>
              <a:buFont typeface="Arial" panose="020B0604020202020204" pitchFamily="34" charset="0"/>
              <a:buChar char="•"/>
            </a:pPr>
            <a:r>
              <a:rPr lang="en-US" kern="150" dirty="0">
                <a:solidFill>
                  <a:srgbClr val="000000"/>
                </a:solidFill>
                <a:latin typeface="Times New Roman" panose="02020603050405020304" pitchFamily="18" charset="0"/>
                <a:ea typeface="Times New Roman" panose="02020603050405020304" pitchFamily="18" charset="0"/>
              </a:rPr>
              <a:t>Treatment for TB Disease | Treatment | TB | CDC", </a:t>
            </a:r>
            <a:r>
              <a:rPr lang="en-US" i="1" kern="150" dirty="0">
                <a:solidFill>
                  <a:srgbClr val="000000"/>
                </a:solidFill>
                <a:latin typeface="Times New Roman" panose="02020603050405020304" pitchFamily="18" charset="0"/>
                <a:ea typeface="Times New Roman" panose="02020603050405020304" pitchFamily="18" charset="0"/>
              </a:rPr>
              <a:t>Cdc.gov</a:t>
            </a:r>
            <a:r>
              <a:rPr lang="en-US" kern="150" dirty="0">
                <a:solidFill>
                  <a:srgbClr val="000000"/>
                </a:solidFill>
                <a:latin typeface="Times New Roman" panose="02020603050405020304" pitchFamily="18" charset="0"/>
                <a:ea typeface="Times New Roman" panose="02020603050405020304" pitchFamily="18" charset="0"/>
              </a:rPr>
              <a:t>, 2020. [Online]. Available: </a:t>
            </a:r>
            <a:r>
              <a:rPr lang="en-US" kern="150" dirty="0">
                <a:solidFill>
                  <a:srgbClr val="0000FF"/>
                </a:solidFill>
                <a:latin typeface="Times New Roman" panose="02020603050405020304" pitchFamily="18" charset="0"/>
                <a:ea typeface="Times New Roman" panose="02020603050405020304" pitchFamily="18" charset="0"/>
                <a:hlinkClick r:id="rId4"/>
              </a:rPr>
              <a:t>https://www.cdc.gov/tb/topic/treatment/tbdisease.htm</a:t>
            </a:r>
            <a:endParaRPr lang="en-IN" kern="150" dirty="0">
              <a:latin typeface="Times New Roman" panose="02020603050405020304" pitchFamily="18" charset="0"/>
              <a:ea typeface="Times New Roman" panose="02020603050405020304" pitchFamily="18" charset="0"/>
            </a:endParaRPr>
          </a:p>
          <a:p>
            <a:pPr algn="just">
              <a:spcAft>
                <a:spcPts val="0"/>
              </a:spcAft>
            </a:pPr>
            <a:endParaRPr lang="en-IN" kern="150" dirty="0">
              <a:latin typeface="Times New Roman" panose="02020603050405020304" pitchFamily="18" charset="0"/>
              <a:ea typeface="Times New Roman" panose="02020603050405020304" pitchFamily="18" charset="0"/>
            </a:endParaRPr>
          </a:p>
          <a:p>
            <a:pPr marL="342900" lvl="0" indent="-342900" algn="just">
              <a:spcAft>
                <a:spcPts val="0"/>
              </a:spcAft>
              <a:buFont typeface="Arial" panose="020B0604020202020204" pitchFamily="34" charset="0"/>
              <a:buChar char="•"/>
            </a:pPr>
            <a:r>
              <a:rPr lang="en-US" kern="150" dirty="0">
                <a:solidFill>
                  <a:srgbClr val="000000"/>
                </a:solidFill>
                <a:latin typeface="Times New Roman" panose="02020603050405020304" pitchFamily="18" charset="0"/>
                <a:ea typeface="Times New Roman" panose="02020603050405020304" pitchFamily="18" charset="0"/>
              </a:rPr>
              <a:t>"Tuberculosis Drugs and Mechanisms of Action", </a:t>
            </a:r>
            <a:r>
              <a:rPr lang="en-US" i="1" kern="150" dirty="0">
                <a:solidFill>
                  <a:srgbClr val="000000"/>
                </a:solidFill>
                <a:latin typeface="Times New Roman" panose="02020603050405020304" pitchFamily="18" charset="0"/>
                <a:ea typeface="Times New Roman" panose="02020603050405020304" pitchFamily="18" charset="0"/>
              </a:rPr>
              <a:t>Niaid.nih.gov</a:t>
            </a:r>
            <a:r>
              <a:rPr lang="en-US" kern="150" dirty="0">
                <a:solidFill>
                  <a:srgbClr val="000000"/>
                </a:solidFill>
                <a:latin typeface="Times New Roman" panose="02020603050405020304" pitchFamily="18" charset="0"/>
                <a:ea typeface="Times New Roman" panose="02020603050405020304" pitchFamily="18" charset="0"/>
              </a:rPr>
              <a:t>, 2020. [Online]. Available: </a:t>
            </a:r>
            <a:r>
              <a:rPr lang="en-US" kern="150" dirty="0">
                <a:solidFill>
                  <a:srgbClr val="0000FF"/>
                </a:solidFill>
                <a:latin typeface="Times New Roman" panose="02020603050405020304" pitchFamily="18" charset="0"/>
                <a:ea typeface="Times New Roman" panose="02020603050405020304" pitchFamily="18" charset="0"/>
                <a:hlinkClick r:id="rId5"/>
              </a:rPr>
              <a:t>https://www.niaid.nih.gov/diseases-conditions/tbdrugs</a:t>
            </a:r>
            <a:r>
              <a:rPr lang="en-US" kern="150" dirty="0">
                <a:solidFill>
                  <a:srgbClr val="000000"/>
                </a:solidFill>
                <a:latin typeface="Times New Roman" panose="02020603050405020304" pitchFamily="18" charset="0"/>
                <a:ea typeface="Times New Roman" panose="02020603050405020304" pitchFamily="18" charset="0"/>
              </a:rPr>
              <a:t>.</a:t>
            </a:r>
            <a:endParaRPr lang="en-IN" kern="150" dirty="0">
              <a:latin typeface="Times New Roman" panose="02020603050405020304" pitchFamily="18" charset="0"/>
              <a:ea typeface="Times New Roman" panose="02020603050405020304" pitchFamily="18" charset="0"/>
            </a:endParaRPr>
          </a:p>
          <a:p>
            <a:pPr algn="just">
              <a:spcAft>
                <a:spcPts val="0"/>
              </a:spcAft>
            </a:pPr>
            <a:endParaRPr lang="en-IN" kern="150" dirty="0">
              <a:latin typeface="Times New Roman" panose="02020603050405020304" pitchFamily="18" charset="0"/>
              <a:ea typeface="Times New Roman" panose="02020603050405020304" pitchFamily="18" charset="0"/>
            </a:endParaRPr>
          </a:p>
          <a:p>
            <a:pPr marL="342900" lvl="0" indent="-342900" algn="just">
              <a:spcAft>
                <a:spcPts val="0"/>
              </a:spcAft>
              <a:buFont typeface="Arial" panose="020B0604020202020204" pitchFamily="34" charset="0"/>
              <a:buChar char="•"/>
            </a:pPr>
            <a:r>
              <a:rPr lang="en-US" kern="150" dirty="0">
                <a:solidFill>
                  <a:srgbClr val="000000"/>
                </a:solidFill>
                <a:latin typeface="Times New Roman" panose="02020603050405020304" pitchFamily="18" charset="0"/>
                <a:ea typeface="Times New Roman" panose="02020603050405020304" pitchFamily="18" charset="0"/>
              </a:rPr>
              <a:t>"Life Cycle of Organism - Study of Tuberculosis", </a:t>
            </a:r>
            <a:r>
              <a:rPr lang="en-US" i="1" kern="150" dirty="0">
                <a:solidFill>
                  <a:srgbClr val="000000"/>
                </a:solidFill>
                <a:latin typeface="Times New Roman" panose="02020603050405020304" pitchFamily="18" charset="0"/>
                <a:ea typeface="Times New Roman" panose="02020603050405020304" pitchFamily="18" charset="0"/>
              </a:rPr>
              <a:t>Sites.google.com</a:t>
            </a:r>
            <a:r>
              <a:rPr lang="en-US" kern="150" dirty="0">
                <a:solidFill>
                  <a:srgbClr val="000000"/>
                </a:solidFill>
                <a:latin typeface="Times New Roman" panose="02020603050405020304" pitchFamily="18" charset="0"/>
                <a:ea typeface="Times New Roman" panose="02020603050405020304" pitchFamily="18" charset="0"/>
              </a:rPr>
              <a:t>, 2020. [Online]. Available: </a:t>
            </a:r>
            <a:r>
              <a:rPr lang="en-US" kern="150" dirty="0">
                <a:solidFill>
                  <a:srgbClr val="0000FF"/>
                </a:solidFill>
                <a:latin typeface="Times New Roman" panose="02020603050405020304" pitchFamily="18" charset="0"/>
                <a:ea typeface="Times New Roman" panose="02020603050405020304" pitchFamily="18" charset="0"/>
                <a:hlinkClick r:id="rId6"/>
              </a:rPr>
              <a:t>https://sites.google.com/site/mycobacteriumtbstudy/home/life-cycle-of-organism</a:t>
            </a:r>
            <a:r>
              <a:rPr lang="en-US" kern="150" dirty="0">
                <a:solidFill>
                  <a:srgbClr val="000000"/>
                </a:solidFill>
                <a:latin typeface="Times New Roman" panose="02020603050405020304" pitchFamily="18" charset="0"/>
                <a:ea typeface="Times New Roman" panose="02020603050405020304" pitchFamily="18" charset="0"/>
              </a:rPr>
              <a:t>.</a:t>
            </a:r>
            <a:endParaRPr lang="en-IN" kern="150" dirty="0">
              <a:latin typeface="Times New Roman" panose="02020603050405020304" pitchFamily="18" charset="0"/>
              <a:ea typeface="Times New Roman" panose="02020603050405020304" pitchFamily="18" charset="0"/>
            </a:endParaRPr>
          </a:p>
          <a:p>
            <a:pPr algn="just">
              <a:spcAft>
                <a:spcPts val="0"/>
              </a:spcAft>
            </a:pPr>
            <a:endParaRPr lang="en-IN" kern="150" dirty="0">
              <a:latin typeface="Times New Roman" panose="02020603050405020304" pitchFamily="18" charset="0"/>
              <a:ea typeface="Times New Roman" panose="02020603050405020304" pitchFamily="18" charset="0"/>
            </a:endParaRPr>
          </a:p>
          <a:p>
            <a:pPr marL="342900" lvl="0" indent="-342900" algn="just">
              <a:spcAft>
                <a:spcPts val="0"/>
              </a:spcAft>
              <a:buFont typeface="Arial" panose="020B0604020202020204" pitchFamily="34" charset="0"/>
              <a:buChar char="•"/>
            </a:pPr>
            <a:r>
              <a:rPr lang="en-US" kern="150" dirty="0">
                <a:solidFill>
                  <a:srgbClr val="000000"/>
                </a:solidFill>
                <a:latin typeface="Times New Roman" panose="02020603050405020304" pitchFamily="18" charset="0"/>
                <a:ea typeface="Times New Roman" panose="02020603050405020304" pitchFamily="18" charset="0"/>
              </a:rPr>
              <a:t>G. Schneider and U. Fechner, "Computer-based de novo design of drug-like molecules", </a:t>
            </a:r>
            <a:r>
              <a:rPr lang="en-US" i="1" kern="150" dirty="0">
                <a:solidFill>
                  <a:srgbClr val="000000"/>
                </a:solidFill>
                <a:latin typeface="Times New Roman" panose="02020603050405020304" pitchFamily="18" charset="0"/>
                <a:ea typeface="Times New Roman" panose="02020603050405020304" pitchFamily="18" charset="0"/>
              </a:rPr>
              <a:t>Nature Reviews Drug Discovery</a:t>
            </a:r>
            <a:r>
              <a:rPr lang="en-US" kern="150" dirty="0">
                <a:solidFill>
                  <a:srgbClr val="000000"/>
                </a:solidFill>
                <a:latin typeface="Times New Roman" panose="02020603050405020304" pitchFamily="18" charset="0"/>
                <a:ea typeface="Times New Roman" panose="02020603050405020304" pitchFamily="18" charset="0"/>
              </a:rPr>
              <a:t>, vol. 4, no. 8, pp. 649-663, 2005. Available: 10.1038/nrd1799.</a:t>
            </a:r>
            <a:endParaRPr lang="en-IN" kern="15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033615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2983</TotalTime>
  <Words>1612</Words>
  <Application>Microsoft Office PowerPoint</Application>
  <PresentationFormat>Widescreen</PresentationFormat>
  <Paragraphs>195</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Black</vt:lpstr>
      <vt:lpstr>Avenir Next LT Pro Light</vt:lpstr>
      <vt:lpstr>Calibri</vt:lpstr>
      <vt:lpstr>Calibri Light</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agrani sinha</dc:creator>
  <cp:lastModifiedBy>agrani sinha</cp:lastModifiedBy>
  <cp:revision>38</cp:revision>
  <dcterms:created xsi:type="dcterms:W3CDTF">2020-07-09T10:16:39Z</dcterms:created>
  <dcterms:modified xsi:type="dcterms:W3CDTF">2021-09-30T17:43:45Z</dcterms:modified>
</cp:coreProperties>
</file>